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8" r:id="rId3"/>
    <p:sldId id="813" r:id="rId4"/>
    <p:sldId id="814" r:id="rId5"/>
    <p:sldId id="990" r:id="rId6"/>
    <p:sldId id="989" r:id="rId7"/>
    <p:sldId id="818" r:id="rId8"/>
    <p:sldId id="820" r:id="rId9"/>
    <p:sldId id="821" r:id="rId10"/>
    <p:sldId id="822" r:id="rId11"/>
    <p:sldId id="823" r:id="rId12"/>
    <p:sldId id="824" r:id="rId13"/>
    <p:sldId id="825" r:id="rId14"/>
    <p:sldId id="826" r:id="rId15"/>
    <p:sldId id="827" r:id="rId16"/>
    <p:sldId id="828" r:id="rId17"/>
    <p:sldId id="939" r:id="rId18"/>
    <p:sldId id="830" r:id="rId19"/>
    <p:sldId id="868" r:id="rId20"/>
    <p:sldId id="831" r:id="rId21"/>
    <p:sldId id="938" r:id="rId22"/>
    <p:sldId id="869" r:id="rId23"/>
    <p:sldId id="870" r:id="rId25"/>
    <p:sldId id="871" r:id="rId26"/>
    <p:sldId id="872" r:id="rId27"/>
    <p:sldId id="874" r:id="rId28"/>
    <p:sldId id="875" r:id="rId29"/>
    <p:sldId id="877" r:id="rId30"/>
    <p:sldId id="878" r:id="rId31"/>
    <p:sldId id="879" r:id="rId32"/>
    <p:sldId id="880" r:id="rId33"/>
    <p:sldId id="881" r:id="rId34"/>
    <p:sldId id="882" r:id="rId35"/>
    <p:sldId id="883" r:id="rId36"/>
    <p:sldId id="884" r:id="rId37"/>
    <p:sldId id="885" r:id="rId38"/>
    <p:sldId id="886" r:id="rId39"/>
    <p:sldId id="887" r:id="rId40"/>
    <p:sldId id="888" r:id="rId41"/>
    <p:sldId id="889" r:id="rId42"/>
    <p:sldId id="890" r:id="rId43"/>
    <p:sldId id="891" r:id="rId44"/>
    <p:sldId id="893" r:id="rId45"/>
    <p:sldId id="894" r:id="rId46"/>
    <p:sldId id="900" r:id="rId47"/>
    <p:sldId id="901" r:id="rId48"/>
    <p:sldId id="833" r:id="rId49"/>
    <p:sldId id="836" r:id="rId50"/>
    <p:sldId id="842" r:id="rId51"/>
    <p:sldId id="843" r:id="rId52"/>
    <p:sldId id="844" r:id="rId53"/>
    <p:sldId id="845" r:id="rId54"/>
    <p:sldId id="846" r:id="rId55"/>
    <p:sldId id="847" r:id="rId56"/>
    <p:sldId id="848" r:id="rId57"/>
    <p:sldId id="849" r:id="rId58"/>
    <p:sldId id="850" r:id="rId59"/>
    <p:sldId id="851" r:id="rId60"/>
    <p:sldId id="852" r:id="rId61"/>
    <p:sldId id="853" r:id="rId62"/>
    <p:sldId id="854" r:id="rId63"/>
    <p:sldId id="855" r:id="rId64"/>
    <p:sldId id="934" r:id="rId65"/>
    <p:sldId id="856" r:id="rId66"/>
    <p:sldId id="858" r:id="rId67"/>
    <p:sldId id="297" r:id="rId68"/>
  </p:sldIdLst>
  <p:sldSz cx="12192000" cy="6858000"/>
  <p:notesSz cx="6858000" cy="9144000"/>
  <p:custDataLst>
    <p:tags r:id="rId7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nghc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BF3FA"/>
    <a:srgbClr val="FFC000"/>
    <a:srgbClr val="1F4E79"/>
    <a:srgbClr val="7F6E96"/>
    <a:srgbClr val="E66666"/>
    <a:srgbClr val="FF6565"/>
    <a:srgbClr val="FFE493"/>
    <a:srgbClr val="404040"/>
    <a:srgbClr val="FA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8" autoAdjust="0"/>
    <p:restoredTop sz="94660"/>
  </p:normalViewPr>
  <p:slideViewPr>
    <p:cSldViewPr snapToGrid="0">
      <p:cViewPr varScale="1">
        <p:scale>
          <a:sx n="92" d="100"/>
          <a:sy n="92" d="100"/>
        </p:scale>
        <p:origin x="5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3" Type="http://schemas.openxmlformats.org/officeDocument/2006/relationships/tags" Target="tags/tag2.xml"/><Relationship Id="rId72" Type="http://schemas.openxmlformats.org/officeDocument/2006/relationships/commentAuthors" Target="commentAuthors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5.xml"/><Relationship Id="rId69" Type="http://schemas.openxmlformats.org/officeDocument/2006/relationships/presProps" Target="presProps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76A99E-9BEF-4FC9-A860-256D4F473BBA}" type="doc">
      <dgm:prSet loTypeId="urn:microsoft.com/office/officeart/2008/layout/RadialCluster" loCatId="cycle" qsTypeId="urn:microsoft.com/office/officeart/2005/8/quickstyle/3d2" qsCatId="3D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D368EE92-F7D1-4D30-A480-C6D32CC5F283}">
      <dgm:prSet phldrT="[文本]" custT="1"/>
      <dgm:spPr/>
      <dgm:t>
        <a:bodyPr/>
        <a:lstStyle/>
        <a:p>
          <a:pPr algn="ctr">
            <a:lnSpc>
              <a:spcPct val="50000"/>
            </a:lnSpc>
          </a:pPr>
          <a:r>
            <a:rPr lang="zh-CN" altLang="en-US" sz="2000" b="1" dirty="0" smtClean="0"/>
            <a:t>业务</a:t>
          </a:r>
          <a:endParaRPr lang="en-US" altLang="zh-CN" sz="2000" b="1" dirty="0" smtClean="0"/>
        </a:p>
        <a:p>
          <a:pPr algn="ctr">
            <a:lnSpc>
              <a:spcPct val="50000"/>
            </a:lnSpc>
          </a:pPr>
          <a:r>
            <a:rPr lang="zh-CN" altLang="en-US" sz="2000" b="1" dirty="0" smtClean="0"/>
            <a:t>系统</a:t>
          </a:r>
          <a:endParaRPr lang="zh-CN" altLang="en-US" sz="2000" b="1" dirty="0"/>
        </a:p>
      </dgm:t>
    </dgm:pt>
    <dgm:pt modelId="{42E17219-DD46-435E-ADE3-B6B3A998FD83}" cxnId="{B9435CE2-842F-4CA7-A87F-9F4FAA393884}" type="parTrans">
      <dgm:prSet/>
      <dgm:spPr/>
      <dgm:t>
        <a:bodyPr/>
        <a:lstStyle/>
        <a:p>
          <a:pPr algn="ctr">
            <a:lnSpc>
              <a:spcPct val="50000"/>
            </a:lnSpc>
          </a:pPr>
          <a:endParaRPr lang="zh-CN" altLang="en-US" sz="1800"/>
        </a:p>
      </dgm:t>
    </dgm:pt>
    <dgm:pt modelId="{71FB4397-2544-4445-87E9-F5BFA1530CA4}" cxnId="{B9435CE2-842F-4CA7-A87F-9F4FAA393884}" type="sibTrans">
      <dgm:prSet/>
      <dgm:spPr/>
      <dgm:t>
        <a:bodyPr/>
        <a:lstStyle/>
        <a:p>
          <a:pPr algn="ctr">
            <a:lnSpc>
              <a:spcPct val="50000"/>
            </a:lnSpc>
          </a:pPr>
          <a:endParaRPr lang="zh-CN" altLang="en-US" sz="1800"/>
        </a:p>
      </dgm:t>
    </dgm:pt>
    <dgm:pt modelId="{007305EB-F7F2-4175-BD95-30A11BC7A858}">
      <dgm:prSet phldrT="[文本]" custT="1"/>
      <dgm:spPr/>
      <dgm:t>
        <a:bodyPr anchor="ctr" anchorCtr="1"/>
        <a:lstStyle/>
        <a:p>
          <a:pPr algn="ctr">
            <a:lnSpc>
              <a:spcPct val="50000"/>
            </a:lnSpc>
          </a:pPr>
          <a:r>
            <a:rPr lang="zh-CN" altLang="en-US" sz="1800" b="1" dirty="0" smtClean="0"/>
            <a:t>组件</a:t>
          </a:r>
          <a:endParaRPr lang="en-US" altLang="zh-CN" sz="1800" b="1" dirty="0" smtClean="0"/>
        </a:p>
        <a:p>
          <a:pPr algn="ctr">
            <a:lnSpc>
              <a:spcPct val="50000"/>
            </a:lnSpc>
          </a:pPr>
          <a:r>
            <a:rPr lang="zh-CN" altLang="en-US" sz="1800" b="1" dirty="0" smtClean="0"/>
            <a:t>固定</a:t>
          </a:r>
          <a:endParaRPr lang="zh-CN" altLang="en-US" sz="1800" b="1" dirty="0"/>
        </a:p>
      </dgm:t>
    </dgm:pt>
    <dgm:pt modelId="{34723203-DBBF-4801-8DD4-FB8A6C58327C}" cxnId="{7B4C8BEB-55B5-444F-BEA4-8E9BEFE03972}" type="parTrans">
      <dgm:prSet/>
      <dgm:spPr/>
      <dgm:t>
        <a:bodyPr/>
        <a:lstStyle/>
        <a:p>
          <a:pPr algn="ctr">
            <a:lnSpc>
              <a:spcPct val="50000"/>
            </a:lnSpc>
          </a:pPr>
          <a:endParaRPr lang="zh-CN" altLang="en-US" sz="1800"/>
        </a:p>
      </dgm:t>
    </dgm:pt>
    <dgm:pt modelId="{28A9FA34-91E5-44A2-B497-08F22D9B0CCA}" cxnId="{7B4C8BEB-55B5-444F-BEA4-8E9BEFE03972}" type="sibTrans">
      <dgm:prSet/>
      <dgm:spPr/>
      <dgm:t>
        <a:bodyPr/>
        <a:lstStyle/>
        <a:p>
          <a:pPr algn="ctr">
            <a:lnSpc>
              <a:spcPct val="50000"/>
            </a:lnSpc>
          </a:pPr>
          <a:endParaRPr lang="zh-CN" altLang="en-US" sz="1800"/>
        </a:p>
      </dgm:t>
    </dgm:pt>
    <dgm:pt modelId="{B30AAA8B-1271-4713-A480-390B0463DAE5}">
      <dgm:prSet phldrT="[文本]" custT="1"/>
      <dgm:spPr/>
      <dgm:t>
        <a:bodyPr/>
        <a:lstStyle/>
        <a:p>
          <a:pPr algn="ctr">
            <a:lnSpc>
              <a:spcPct val="50000"/>
            </a:lnSpc>
          </a:pPr>
          <a:r>
            <a:rPr lang="zh-CN" altLang="en-US" sz="1800" b="1" dirty="0" smtClean="0"/>
            <a:t>操作</a:t>
          </a:r>
          <a:endParaRPr lang="en-US" altLang="zh-CN" sz="1800" b="1" dirty="0" smtClean="0"/>
        </a:p>
        <a:p>
          <a:pPr algn="ctr">
            <a:lnSpc>
              <a:spcPct val="50000"/>
            </a:lnSpc>
          </a:pPr>
          <a:r>
            <a:rPr lang="zh-CN" altLang="en-US" sz="1800" b="1" dirty="0" smtClean="0"/>
            <a:t>繁多</a:t>
          </a:r>
          <a:endParaRPr lang="zh-CN" altLang="en-US" sz="1800" b="1" dirty="0"/>
        </a:p>
      </dgm:t>
    </dgm:pt>
    <dgm:pt modelId="{EF1546B2-616A-41DD-AC15-A00B9012C4A0}" cxnId="{259EAB9B-93A0-4733-8DA3-343BA0E550E4}" type="parTrans">
      <dgm:prSet/>
      <dgm:spPr/>
      <dgm:t>
        <a:bodyPr/>
        <a:lstStyle/>
        <a:p>
          <a:pPr algn="ctr">
            <a:lnSpc>
              <a:spcPct val="50000"/>
            </a:lnSpc>
          </a:pPr>
          <a:endParaRPr lang="zh-CN" altLang="en-US" sz="1800"/>
        </a:p>
      </dgm:t>
    </dgm:pt>
    <dgm:pt modelId="{A015C2C8-1EE1-4E0E-A177-768894FB8E5D}" cxnId="{259EAB9B-93A0-4733-8DA3-343BA0E550E4}" type="sibTrans">
      <dgm:prSet/>
      <dgm:spPr/>
      <dgm:t>
        <a:bodyPr/>
        <a:lstStyle/>
        <a:p>
          <a:pPr algn="ctr">
            <a:lnSpc>
              <a:spcPct val="50000"/>
            </a:lnSpc>
          </a:pPr>
          <a:endParaRPr lang="zh-CN" altLang="en-US" sz="1800"/>
        </a:p>
      </dgm:t>
    </dgm:pt>
    <dgm:pt modelId="{A96FAADB-CACC-4837-AE35-C698C76645EF}">
      <dgm:prSet phldrT="[文本]" custT="1"/>
      <dgm:spPr/>
      <dgm:t>
        <a:bodyPr/>
        <a:lstStyle/>
        <a:p>
          <a:pPr algn="ctr">
            <a:lnSpc>
              <a:spcPct val="50000"/>
            </a:lnSpc>
          </a:pPr>
          <a:r>
            <a:rPr lang="zh-CN" altLang="en-US" sz="1800" b="1" dirty="0" smtClean="0"/>
            <a:t>开发</a:t>
          </a:r>
          <a:endParaRPr lang="en-US" altLang="zh-CN" sz="1800" b="1" dirty="0" smtClean="0"/>
        </a:p>
        <a:p>
          <a:pPr algn="ctr">
            <a:lnSpc>
              <a:spcPct val="50000"/>
            </a:lnSpc>
          </a:pPr>
          <a:r>
            <a:rPr lang="zh-CN" altLang="en-US" sz="1800" b="1" dirty="0" smtClean="0"/>
            <a:t>快速</a:t>
          </a:r>
          <a:endParaRPr lang="zh-CN" altLang="en-US" sz="1800" b="1" dirty="0"/>
        </a:p>
      </dgm:t>
    </dgm:pt>
    <dgm:pt modelId="{0792C1B8-16C8-4337-A84B-A5CE7FD2FE20}" cxnId="{2C4AD4F1-987D-4854-AF6C-67E41931F02F}" type="parTrans">
      <dgm:prSet/>
      <dgm:spPr/>
      <dgm:t>
        <a:bodyPr/>
        <a:lstStyle/>
        <a:p>
          <a:pPr algn="ctr">
            <a:lnSpc>
              <a:spcPct val="50000"/>
            </a:lnSpc>
          </a:pPr>
          <a:endParaRPr lang="zh-CN" altLang="en-US" sz="1800"/>
        </a:p>
      </dgm:t>
    </dgm:pt>
    <dgm:pt modelId="{ACBAE478-2564-4FE4-8EF2-C1125A1E05F9}" cxnId="{2C4AD4F1-987D-4854-AF6C-67E41931F02F}" type="sibTrans">
      <dgm:prSet/>
      <dgm:spPr/>
      <dgm:t>
        <a:bodyPr/>
        <a:lstStyle/>
        <a:p>
          <a:pPr algn="ctr">
            <a:lnSpc>
              <a:spcPct val="50000"/>
            </a:lnSpc>
          </a:pPr>
          <a:endParaRPr lang="zh-CN" altLang="en-US" sz="1800"/>
        </a:p>
      </dgm:t>
    </dgm:pt>
    <dgm:pt modelId="{BBA89030-2C4D-4A08-9D37-3105A6288FE7}">
      <dgm:prSet phldrT="[文本]" custT="1"/>
      <dgm:spPr/>
      <dgm:t>
        <a:bodyPr/>
        <a:lstStyle/>
        <a:p>
          <a:pPr algn="ctr">
            <a:lnSpc>
              <a:spcPct val="50000"/>
            </a:lnSpc>
          </a:pPr>
          <a:r>
            <a:rPr lang="zh-CN" altLang="en-US" sz="1800" b="1" dirty="0" smtClean="0"/>
            <a:t>风格</a:t>
          </a:r>
          <a:endParaRPr lang="en-US" altLang="zh-CN" sz="1800" b="1" dirty="0" smtClean="0"/>
        </a:p>
        <a:p>
          <a:pPr algn="ctr">
            <a:lnSpc>
              <a:spcPct val="50000"/>
            </a:lnSpc>
          </a:pPr>
          <a:r>
            <a:rPr lang="zh-CN" altLang="en-US" sz="1800" b="1" dirty="0" smtClean="0"/>
            <a:t>统一</a:t>
          </a:r>
          <a:endParaRPr lang="zh-CN" altLang="en-US" sz="1800" b="1" dirty="0"/>
        </a:p>
      </dgm:t>
    </dgm:pt>
    <dgm:pt modelId="{FFAB4C43-17E4-436E-B31A-6D387B6DED83}" cxnId="{54A9A245-A536-4273-AB51-49A4C3CD7A36}" type="parTrans">
      <dgm:prSet/>
      <dgm:spPr/>
      <dgm:t>
        <a:bodyPr/>
        <a:lstStyle/>
        <a:p>
          <a:pPr algn="ctr">
            <a:lnSpc>
              <a:spcPct val="50000"/>
            </a:lnSpc>
          </a:pPr>
          <a:endParaRPr lang="zh-CN" altLang="en-US" sz="1800"/>
        </a:p>
      </dgm:t>
    </dgm:pt>
    <dgm:pt modelId="{6B074F06-7634-493D-850A-4812182937CD}" cxnId="{54A9A245-A536-4273-AB51-49A4C3CD7A36}" type="sibTrans">
      <dgm:prSet/>
      <dgm:spPr/>
      <dgm:t>
        <a:bodyPr/>
        <a:lstStyle/>
        <a:p>
          <a:pPr algn="ctr">
            <a:lnSpc>
              <a:spcPct val="50000"/>
            </a:lnSpc>
          </a:pPr>
          <a:endParaRPr lang="zh-CN" altLang="en-US" sz="1800"/>
        </a:p>
      </dgm:t>
    </dgm:pt>
    <dgm:pt modelId="{43A30F5F-6F40-411C-AC8D-B932069CD843}">
      <dgm:prSet phldrT="[文本]" custT="1"/>
      <dgm:spPr/>
      <dgm:t>
        <a:bodyPr anchor="ctr" anchorCtr="1"/>
        <a:lstStyle/>
        <a:p>
          <a:pPr algn="ctr">
            <a:lnSpc>
              <a:spcPct val="50000"/>
            </a:lnSpc>
          </a:pPr>
          <a:r>
            <a:rPr lang="zh-CN" altLang="en-US" sz="1800" b="1" dirty="0" smtClean="0"/>
            <a:t>界面</a:t>
          </a:r>
          <a:endParaRPr lang="en-US" altLang="zh-CN" sz="1800" b="1" dirty="0" smtClean="0"/>
        </a:p>
        <a:p>
          <a:pPr algn="ctr">
            <a:lnSpc>
              <a:spcPct val="50000"/>
            </a:lnSpc>
          </a:pPr>
          <a:r>
            <a:rPr lang="zh-CN" altLang="en-US" sz="1800" b="1" dirty="0" smtClean="0"/>
            <a:t>紧凑</a:t>
          </a:r>
          <a:endParaRPr lang="zh-CN" altLang="en-US" sz="1800" b="1" dirty="0"/>
        </a:p>
      </dgm:t>
    </dgm:pt>
    <dgm:pt modelId="{D80E90D6-B16F-4E12-B470-E32687C8B25C}" cxnId="{587AEDA6-8755-4625-A085-DE336DDA6C6B}" type="parTrans">
      <dgm:prSet/>
      <dgm:spPr/>
      <dgm:t>
        <a:bodyPr/>
        <a:lstStyle/>
        <a:p>
          <a:pPr algn="ctr">
            <a:lnSpc>
              <a:spcPct val="50000"/>
            </a:lnSpc>
          </a:pPr>
          <a:endParaRPr lang="zh-CN" altLang="en-US" sz="1800"/>
        </a:p>
      </dgm:t>
    </dgm:pt>
    <dgm:pt modelId="{92999DBB-9C39-46C5-9D40-1C449606BFF6}" cxnId="{587AEDA6-8755-4625-A085-DE336DDA6C6B}" type="sibTrans">
      <dgm:prSet/>
      <dgm:spPr/>
      <dgm:t>
        <a:bodyPr/>
        <a:lstStyle/>
        <a:p>
          <a:pPr algn="ctr">
            <a:lnSpc>
              <a:spcPct val="50000"/>
            </a:lnSpc>
          </a:pPr>
          <a:endParaRPr lang="zh-CN" altLang="en-US" sz="1800"/>
        </a:p>
      </dgm:t>
    </dgm:pt>
    <dgm:pt modelId="{A1DC8B64-6519-4D9A-B947-71A841E72750}" type="pres">
      <dgm:prSet presAssocID="{F376A99E-9BEF-4FC9-A860-256D4F473BBA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AB5DCE30-8CCF-4F45-8092-F21188FE6A2F}" type="pres">
      <dgm:prSet presAssocID="{D368EE92-F7D1-4D30-A480-C6D32CC5F283}" presName="singleCycle" presStyleCnt="0"/>
      <dgm:spPr/>
      <dgm:t>
        <a:bodyPr/>
        <a:lstStyle/>
        <a:p>
          <a:endParaRPr lang="zh-CN" altLang="en-US"/>
        </a:p>
      </dgm:t>
    </dgm:pt>
    <dgm:pt modelId="{5A458E85-7E9A-4E90-BD53-274AF3FBB858}" type="pres">
      <dgm:prSet presAssocID="{D368EE92-F7D1-4D30-A480-C6D32CC5F283}" presName="singleCenter" presStyleLbl="node1" presStyleIdx="0" presStyleCnt="6">
        <dgm:presLayoutVars>
          <dgm:chMax val="7"/>
          <dgm:chPref val="7"/>
        </dgm:presLayoutVars>
      </dgm:prSet>
      <dgm:spPr/>
      <dgm:t>
        <a:bodyPr/>
        <a:lstStyle/>
        <a:p>
          <a:endParaRPr lang="zh-CN" altLang="en-US"/>
        </a:p>
      </dgm:t>
    </dgm:pt>
    <dgm:pt modelId="{18597536-E1E2-40A1-BE06-A7044B435EA4}" type="pres">
      <dgm:prSet presAssocID="{34723203-DBBF-4801-8DD4-FB8A6C58327C}" presName="Name56" presStyleLbl="parChTrans1D2" presStyleIdx="0" presStyleCnt="5"/>
      <dgm:spPr/>
      <dgm:t>
        <a:bodyPr/>
        <a:lstStyle/>
        <a:p>
          <a:endParaRPr lang="zh-CN" altLang="en-US"/>
        </a:p>
      </dgm:t>
    </dgm:pt>
    <dgm:pt modelId="{CF3B5FF9-EFE7-4497-804F-D54E88325CD4}" type="pres">
      <dgm:prSet presAssocID="{007305EB-F7F2-4175-BD95-30A11BC7A858}" presName="text0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0C6BA2-88C9-43D9-A293-1F6AE6123902}" type="pres">
      <dgm:prSet presAssocID="{D80E90D6-B16F-4E12-B470-E32687C8B25C}" presName="Name56" presStyleLbl="parChTrans1D2" presStyleIdx="1" presStyleCnt="5"/>
      <dgm:spPr/>
      <dgm:t>
        <a:bodyPr/>
        <a:lstStyle/>
        <a:p>
          <a:endParaRPr lang="zh-CN" altLang="en-US"/>
        </a:p>
      </dgm:t>
    </dgm:pt>
    <dgm:pt modelId="{904B56CE-D3DC-482C-82C2-31FB6757C1BE}" type="pres">
      <dgm:prSet presAssocID="{43A30F5F-6F40-411C-AC8D-B932069CD843}" presName="text0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1B8FD91-155B-44EC-851E-40F7F085EC17}" type="pres">
      <dgm:prSet presAssocID="{EF1546B2-616A-41DD-AC15-A00B9012C4A0}" presName="Name56" presStyleLbl="parChTrans1D2" presStyleIdx="2" presStyleCnt="5"/>
      <dgm:spPr/>
      <dgm:t>
        <a:bodyPr/>
        <a:lstStyle/>
        <a:p>
          <a:endParaRPr lang="zh-CN" altLang="en-US"/>
        </a:p>
      </dgm:t>
    </dgm:pt>
    <dgm:pt modelId="{20C73ECF-86A6-4D7B-BF71-FFDDF6286607}" type="pres">
      <dgm:prSet presAssocID="{B30AAA8B-1271-4713-A480-390B0463DAE5}" presName="text0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250D3DA-03D8-496E-895D-72954C8EC8F0}" type="pres">
      <dgm:prSet presAssocID="{0792C1B8-16C8-4337-A84B-A5CE7FD2FE20}" presName="Name56" presStyleLbl="parChTrans1D2" presStyleIdx="3" presStyleCnt="5"/>
      <dgm:spPr/>
      <dgm:t>
        <a:bodyPr/>
        <a:lstStyle/>
        <a:p>
          <a:endParaRPr lang="zh-CN" altLang="en-US"/>
        </a:p>
      </dgm:t>
    </dgm:pt>
    <dgm:pt modelId="{3E692BEF-F726-4C59-B795-970892A82B2B}" type="pres">
      <dgm:prSet presAssocID="{A96FAADB-CACC-4837-AE35-C698C76645EF}" presName="text0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AC3993E-8593-4E42-BF65-B6DB59F9151B}" type="pres">
      <dgm:prSet presAssocID="{FFAB4C43-17E4-436E-B31A-6D387B6DED83}" presName="Name56" presStyleLbl="parChTrans1D2" presStyleIdx="4" presStyleCnt="5"/>
      <dgm:spPr/>
      <dgm:t>
        <a:bodyPr/>
        <a:lstStyle/>
        <a:p>
          <a:endParaRPr lang="zh-CN" altLang="en-US"/>
        </a:p>
      </dgm:t>
    </dgm:pt>
    <dgm:pt modelId="{F66F452B-B52E-45A6-9DE1-BC8C6235446B}" type="pres">
      <dgm:prSet presAssocID="{BBA89030-2C4D-4A08-9D37-3105A6288FE7}" presName="text0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9CEBD8-738F-4B82-B2AD-0C70DF5C2B74}" type="presOf" srcId="{43A30F5F-6F40-411C-AC8D-B932069CD843}" destId="{904B56CE-D3DC-482C-82C2-31FB6757C1BE}" srcOrd="0" destOrd="0" presId="urn:microsoft.com/office/officeart/2008/layout/RadialCluster"/>
    <dgm:cxn modelId="{8AF9839E-51C1-482C-B25E-0034E9B46803}" type="presOf" srcId="{007305EB-F7F2-4175-BD95-30A11BC7A858}" destId="{CF3B5FF9-EFE7-4497-804F-D54E88325CD4}" srcOrd="0" destOrd="0" presId="urn:microsoft.com/office/officeart/2008/layout/RadialCluster"/>
    <dgm:cxn modelId="{F478158F-5370-4623-B866-8DC1D559ED0B}" type="presOf" srcId="{A96FAADB-CACC-4837-AE35-C698C76645EF}" destId="{3E692BEF-F726-4C59-B795-970892A82B2B}" srcOrd="0" destOrd="0" presId="urn:microsoft.com/office/officeart/2008/layout/RadialCluster"/>
    <dgm:cxn modelId="{54A9A245-A536-4273-AB51-49A4C3CD7A36}" srcId="{D368EE92-F7D1-4D30-A480-C6D32CC5F283}" destId="{BBA89030-2C4D-4A08-9D37-3105A6288FE7}" srcOrd="4" destOrd="0" parTransId="{FFAB4C43-17E4-436E-B31A-6D387B6DED83}" sibTransId="{6B074F06-7634-493D-850A-4812182937CD}"/>
    <dgm:cxn modelId="{7B4C8BEB-55B5-444F-BEA4-8E9BEFE03972}" srcId="{D368EE92-F7D1-4D30-A480-C6D32CC5F283}" destId="{007305EB-F7F2-4175-BD95-30A11BC7A858}" srcOrd="0" destOrd="0" parTransId="{34723203-DBBF-4801-8DD4-FB8A6C58327C}" sibTransId="{28A9FA34-91E5-44A2-B497-08F22D9B0CCA}"/>
    <dgm:cxn modelId="{409D1F5E-6045-4CBE-A12B-441F9B6B4F26}" type="presOf" srcId="{B30AAA8B-1271-4713-A480-390B0463DAE5}" destId="{20C73ECF-86A6-4D7B-BF71-FFDDF6286607}" srcOrd="0" destOrd="0" presId="urn:microsoft.com/office/officeart/2008/layout/RadialCluster"/>
    <dgm:cxn modelId="{2C4AD4F1-987D-4854-AF6C-67E41931F02F}" srcId="{D368EE92-F7D1-4D30-A480-C6D32CC5F283}" destId="{A96FAADB-CACC-4837-AE35-C698C76645EF}" srcOrd="3" destOrd="0" parTransId="{0792C1B8-16C8-4337-A84B-A5CE7FD2FE20}" sibTransId="{ACBAE478-2564-4FE4-8EF2-C1125A1E05F9}"/>
    <dgm:cxn modelId="{259EAB9B-93A0-4733-8DA3-343BA0E550E4}" srcId="{D368EE92-F7D1-4D30-A480-C6D32CC5F283}" destId="{B30AAA8B-1271-4713-A480-390B0463DAE5}" srcOrd="2" destOrd="0" parTransId="{EF1546B2-616A-41DD-AC15-A00B9012C4A0}" sibTransId="{A015C2C8-1EE1-4E0E-A177-768894FB8E5D}"/>
    <dgm:cxn modelId="{EC9F37B5-0DB2-4649-AD77-8715B029BD9A}" type="presOf" srcId="{FFAB4C43-17E4-436E-B31A-6D387B6DED83}" destId="{7AC3993E-8593-4E42-BF65-B6DB59F9151B}" srcOrd="0" destOrd="0" presId="urn:microsoft.com/office/officeart/2008/layout/RadialCluster"/>
    <dgm:cxn modelId="{7F972FE5-F070-4208-83FE-4786937BB5A3}" type="presOf" srcId="{EF1546B2-616A-41DD-AC15-A00B9012C4A0}" destId="{E1B8FD91-155B-44EC-851E-40F7F085EC17}" srcOrd="0" destOrd="0" presId="urn:microsoft.com/office/officeart/2008/layout/RadialCluster"/>
    <dgm:cxn modelId="{77E31B7D-0F71-40E6-B476-11F8B7AA6A5E}" type="presOf" srcId="{BBA89030-2C4D-4A08-9D37-3105A6288FE7}" destId="{F66F452B-B52E-45A6-9DE1-BC8C6235446B}" srcOrd="0" destOrd="0" presId="urn:microsoft.com/office/officeart/2008/layout/RadialCluster"/>
    <dgm:cxn modelId="{D4FAFFA0-F133-4C84-8D50-219F0BFE19E0}" type="presOf" srcId="{F376A99E-9BEF-4FC9-A860-256D4F473BBA}" destId="{A1DC8B64-6519-4D9A-B947-71A841E72750}" srcOrd="0" destOrd="0" presId="urn:microsoft.com/office/officeart/2008/layout/RadialCluster"/>
    <dgm:cxn modelId="{B9435CE2-842F-4CA7-A87F-9F4FAA393884}" srcId="{F376A99E-9BEF-4FC9-A860-256D4F473BBA}" destId="{D368EE92-F7D1-4D30-A480-C6D32CC5F283}" srcOrd="0" destOrd="0" parTransId="{42E17219-DD46-435E-ADE3-B6B3A998FD83}" sibTransId="{71FB4397-2544-4445-87E9-F5BFA1530CA4}"/>
    <dgm:cxn modelId="{25B1C1B5-75A0-454D-BCF3-3F2C454B1101}" type="presOf" srcId="{D368EE92-F7D1-4D30-A480-C6D32CC5F283}" destId="{5A458E85-7E9A-4E90-BD53-274AF3FBB858}" srcOrd="0" destOrd="0" presId="urn:microsoft.com/office/officeart/2008/layout/RadialCluster"/>
    <dgm:cxn modelId="{587AEDA6-8755-4625-A085-DE336DDA6C6B}" srcId="{D368EE92-F7D1-4D30-A480-C6D32CC5F283}" destId="{43A30F5F-6F40-411C-AC8D-B932069CD843}" srcOrd="1" destOrd="0" parTransId="{D80E90D6-B16F-4E12-B470-E32687C8B25C}" sibTransId="{92999DBB-9C39-46C5-9D40-1C449606BFF6}"/>
    <dgm:cxn modelId="{6A2109A9-C52C-402F-B2E4-59C86F19465B}" type="presOf" srcId="{34723203-DBBF-4801-8DD4-FB8A6C58327C}" destId="{18597536-E1E2-40A1-BE06-A7044B435EA4}" srcOrd="0" destOrd="0" presId="urn:microsoft.com/office/officeart/2008/layout/RadialCluster"/>
    <dgm:cxn modelId="{61353616-D11F-41AE-95B1-6837EE32F635}" type="presOf" srcId="{0792C1B8-16C8-4337-A84B-A5CE7FD2FE20}" destId="{5250D3DA-03D8-496E-895D-72954C8EC8F0}" srcOrd="0" destOrd="0" presId="urn:microsoft.com/office/officeart/2008/layout/RadialCluster"/>
    <dgm:cxn modelId="{59F41D06-18BD-4F62-82F7-499EB70E84EE}" type="presOf" srcId="{D80E90D6-B16F-4E12-B470-E32687C8B25C}" destId="{1A0C6BA2-88C9-43D9-A293-1F6AE6123902}" srcOrd="0" destOrd="0" presId="urn:microsoft.com/office/officeart/2008/layout/RadialCluster"/>
    <dgm:cxn modelId="{8CE39114-86DA-4C2E-9989-7F9CBE088D42}" type="presParOf" srcId="{A1DC8B64-6519-4D9A-B947-71A841E72750}" destId="{AB5DCE30-8CCF-4F45-8092-F21188FE6A2F}" srcOrd="0" destOrd="0" presId="urn:microsoft.com/office/officeart/2008/layout/RadialCluster"/>
    <dgm:cxn modelId="{92CEA3CE-0254-4222-A4C3-C72688BF783F}" type="presParOf" srcId="{AB5DCE30-8CCF-4F45-8092-F21188FE6A2F}" destId="{5A458E85-7E9A-4E90-BD53-274AF3FBB858}" srcOrd="0" destOrd="0" presId="urn:microsoft.com/office/officeart/2008/layout/RadialCluster"/>
    <dgm:cxn modelId="{8EE5B410-88CA-4A5F-A131-7B4411A32C99}" type="presParOf" srcId="{AB5DCE30-8CCF-4F45-8092-F21188FE6A2F}" destId="{18597536-E1E2-40A1-BE06-A7044B435EA4}" srcOrd="1" destOrd="0" presId="urn:microsoft.com/office/officeart/2008/layout/RadialCluster"/>
    <dgm:cxn modelId="{A5448FC7-1580-4512-90DF-EE69B6E54ADB}" type="presParOf" srcId="{AB5DCE30-8CCF-4F45-8092-F21188FE6A2F}" destId="{CF3B5FF9-EFE7-4497-804F-D54E88325CD4}" srcOrd="2" destOrd="0" presId="urn:microsoft.com/office/officeart/2008/layout/RadialCluster"/>
    <dgm:cxn modelId="{4C42CEBD-4769-4DAC-86FD-915D50F00C75}" type="presParOf" srcId="{AB5DCE30-8CCF-4F45-8092-F21188FE6A2F}" destId="{1A0C6BA2-88C9-43D9-A293-1F6AE6123902}" srcOrd="3" destOrd="0" presId="urn:microsoft.com/office/officeart/2008/layout/RadialCluster"/>
    <dgm:cxn modelId="{2753BFF5-18D5-4DE6-A6E6-7722C041CC8F}" type="presParOf" srcId="{AB5DCE30-8CCF-4F45-8092-F21188FE6A2F}" destId="{904B56CE-D3DC-482C-82C2-31FB6757C1BE}" srcOrd="4" destOrd="0" presId="urn:microsoft.com/office/officeart/2008/layout/RadialCluster"/>
    <dgm:cxn modelId="{52A89A01-E88C-483C-B69E-D3BA0828FD99}" type="presParOf" srcId="{AB5DCE30-8CCF-4F45-8092-F21188FE6A2F}" destId="{E1B8FD91-155B-44EC-851E-40F7F085EC17}" srcOrd="5" destOrd="0" presId="urn:microsoft.com/office/officeart/2008/layout/RadialCluster"/>
    <dgm:cxn modelId="{12E3BBB8-FF65-4335-A7ED-C2344308C5D7}" type="presParOf" srcId="{AB5DCE30-8CCF-4F45-8092-F21188FE6A2F}" destId="{20C73ECF-86A6-4D7B-BF71-FFDDF6286607}" srcOrd="6" destOrd="0" presId="urn:microsoft.com/office/officeart/2008/layout/RadialCluster"/>
    <dgm:cxn modelId="{C5DE8329-9B29-467B-B6F1-D823B51B95C8}" type="presParOf" srcId="{AB5DCE30-8CCF-4F45-8092-F21188FE6A2F}" destId="{5250D3DA-03D8-496E-895D-72954C8EC8F0}" srcOrd="7" destOrd="0" presId="urn:microsoft.com/office/officeart/2008/layout/RadialCluster"/>
    <dgm:cxn modelId="{F71798F4-2ABA-45D1-9952-041D004CF3EE}" type="presParOf" srcId="{AB5DCE30-8CCF-4F45-8092-F21188FE6A2F}" destId="{3E692BEF-F726-4C59-B795-970892A82B2B}" srcOrd="8" destOrd="0" presId="urn:microsoft.com/office/officeart/2008/layout/RadialCluster"/>
    <dgm:cxn modelId="{5EF9E86C-3A7E-4823-883A-D68713953CAE}" type="presParOf" srcId="{AB5DCE30-8CCF-4F45-8092-F21188FE6A2F}" destId="{7AC3993E-8593-4E42-BF65-B6DB59F9151B}" srcOrd="9" destOrd="0" presId="urn:microsoft.com/office/officeart/2008/layout/RadialCluster"/>
    <dgm:cxn modelId="{AE91B5C4-82A9-4567-B694-649545F1EC9F}" type="presParOf" srcId="{AB5DCE30-8CCF-4F45-8092-F21188FE6A2F}" destId="{F66F452B-B52E-45A6-9DE1-BC8C6235446B}" srcOrd="10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8CA7A2-5D45-4F4A-B612-D6B30FBD26EB}" type="doc">
      <dgm:prSet loTypeId="urn:microsoft.com/office/officeart/2005/8/layout/hierarchy4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B5C3CFB-5A7F-4DF2-90ED-CBD333520316}">
      <dgm:prSet phldrT="[文本]" custT="1"/>
      <dgm:spPr/>
      <dgm:t>
        <a:bodyPr/>
        <a:lstStyle/>
        <a:p>
          <a:pPr>
            <a:lnSpc>
              <a:spcPct val="50000"/>
            </a:lnSpc>
          </a:pPr>
          <a:r>
            <a:rPr lang="en-US" altLang="zh-CN" sz="1800" dirty="0" smtClean="0"/>
            <a:t>Bootstrap</a:t>
          </a:r>
        </a:p>
        <a:p>
          <a:pPr>
            <a:lnSpc>
              <a:spcPct val="50000"/>
            </a:lnSpc>
          </a:pPr>
          <a:r>
            <a:rPr lang="zh-CN" altLang="en-US" sz="1800" dirty="0" smtClean="0"/>
            <a:t>插件</a:t>
          </a:r>
          <a:endParaRPr lang="zh-CN" altLang="en-US" sz="1800" dirty="0"/>
        </a:p>
      </dgm:t>
    </dgm:pt>
    <dgm:pt modelId="{2AF5B8AF-87DF-4EC0-97AD-1685B387BA6D}" cxnId="{7809A970-89AE-4BA0-A81C-7B9E7F0B814F}" type="parTrans">
      <dgm:prSet/>
      <dgm:spPr/>
      <dgm:t>
        <a:bodyPr/>
        <a:lstStyle/>
        <a:p>
          <a:endParaRPr lang="zh-CN" altLang="en-US"/>
        </a:p>
      </dgm:t>
    </dgm:pt>
    <dgm:pt modelId="{9D17AEB8-9EF1-4050-AAF8-8FBABA5123BA}" cxnId="{7809A970-89AE-4BA0-A81C-7B9E7F0B814F}" type="sibTrans">
      <dgm:prSet/>
      <dgm:spPr/>
      <dgm:t>
        <a:bodyPr/>
        <a:lstStyle/>
        <a:p>
          <a:endParaRPr lang="zh-CN" altLang="en-US"/>
        </a:p>
      </dgm:t>
    </dgm:pt>
    <dgm:pt modelId="{084F74FC-C501-4F2D-BBE8-97D3FDB4328E}">
      <dgm:prSet phldrT="[文本]" custT="1"/>
      <dgm:spPr/>
      <dgm:t>
        <a:bodyPr/>
        <a:lstStyle/>
        <a:p>
          <a:r>
            <a:rPr lang="en-US" altLang="zh-CN" sz="1800" dirty="0" err="1" smtClean="0"/>
            <a:t>EasyUI</a:t>
          </a:r>
          <a:endParaRPr lang="zh-CN" altLang="en-US" sz="1800" dirty="0"/>
        </a:p>
      </dgm:t>
    </dgm:pt>
    <dgm:pt modelId="{942513FB-4529-4A69-86F5-B157633809D3}" cxnId="{7A688398-DAF8-4F02-8BA5-F9AB3C74B285}" type="parTrans">
      <dgm:prSet/>
      <dgm:spPr/>
      <dgm:t>
        <a:bodyPr/>
        <a:lstStyle/>
        <a:p>
          <a:endParaRPr lang="zh-CN" altLang="en-US"/>
        </a:p>
      </dgm:t>
    </dgm:pt>
    <dgm:pt modelId="{EDEB3083-8E2C-44E0-91A2-9DCB5A0CD27E}" cxnId="{7A688398-DAF8-4F02-8BA5-F9AB3C74B285}" type="sibTrans">
      <dgm:prSet/>
      <dgm:spPr/>
      <dgm:t>
        <a:bodyPr/>
        <a:lstStyle/>
        <a:p>
          <a:endParaRPr lang="zh-CN" altLang="en-US"/>
        </a:p>
      </dgm:t>
    </dgm:pt>
    <dgm:pt modelId="{47BF0239-949C-4F33-A89A-050C9A5D7387}">
      <dgm:prSet phldrT="[文本]" custT="1"/>
      <dgm:spPr/>
      <dgm:t>
        <a:bodyPr/>
        <a:lstStyle/>
        <a:p>
          <a:r>
            <a:rPr lang="en-US" altLang="zh-CN" sz="1800" dirty="0" smtClean="0"/>
            <a:t>JQuery</a:t>
          </a:r>
          <a:endParaRPr lang="zh-CN" altLang="en-US" sz="1800" dirty="0"/>
        </a:p>
      </dgm:t>
    </dgm:pt>
    <dgm:pt modelId="{6B94123E-576B-43D0-8A63-B64F1856D418}" cxnId="{D17692E3-5624-4793-AED5-A46340A32592}" type="parTrans">
      <dgm:prSet/>
      <dgm:spPr/>
      <dgm:t>
        <a:bodyPr/>
        <a:lstStyle/>
        <a:p>
          <a:endParaRPr lang="zh-CN" altLang="en-US"/>
        </a:p>
      </dgm:t>
    </dgm:pt>
    <dgm:pt modelId="{CCF10165-13A1-478C-A486-5A1249D4B64B}" cxnId="{D17692E3-5624-4793-AED5-A46340A32592}" type="sibTrans">
      <dgm:prSet/>
      <dgm:spPr/>
      <dgm:t>
        <a:bodyPr/>
        <a:lstStyle/>
        <a:p>
          <a:endParaRPr lang="zh-CN" altLang="en-US"/>
        </a:p>
      </dgm:t>
    </dgm:pt>
    <dgm:pt modelId="{FEC98F9F-07B7-4DA4-82E3-DFAB40278E89}">
      <dgm:prSet phldrT="[文本]" custT="1"/>
      <dgm:spPr/>
      <dgm:t>
        <a:bodyPr/>
        <a:lstStyle/>
        <a:p>
          <a:r>
            <a:rPr lang="en-US" altLang="zh-CN" sz="1800" dirty="0" smtClean="0"/>
            <a:t>JQuery</a:t>
          </a:r>
          <a:endParaRPr lang="zh-CN" altLang="en-US" sz="1800" dirty="0"/>
        </a:p>
      </dgm:t>
    </dgm:pt>
    <dgm:pt modelId="{72249A30-FB5C-4AD8-ABCA-1735BF980775}" cxnId="{7E6ACB57-E2EA-491A-A44C-646CBC214236}" type="parTrans">
      <dgm:prSet/>
      <dgm:spPr/>
      <dgm:t>
        <a:bodyPr/>
        <a:lstStyle/>
        <a:p>
          <a:endParaRPr lang="zh-CN" altLang="en-US"/>
        </a:p>
      </dgm:t>
    </dgm:pt>
    <dgm:pt modelId="{B817AAA0-588E-48F3-AD98-4E6526F12BC5}" cxnId="{7E6ACB57-E2EA-491A-A44C-646CBC214236}" type="sibTrans">
      <dgm:prSet/>
      <dgm:spPr/>
      <dgm:t>
        <a:bodyPr/>
        <a:lstStyle/>
        <a:p>
          <a:endParaRPr lang="zh-CN" altLang="en-US"/>
        </a:p>
      </dgm:t>
    </dgm:pt>
    <dgm:pt modelId="{5A02AD4F-E6D7-49F7-8A9C-5FD1011A6634}">
      <dgm:prSet phldrT="[文本]" custT="1"/>
      <dgm:spPr/>
      <dgm:t>
        <a:bodyPr/>
        <a:lstStyle/>
        <a:p>
          <a:r>
            <a:rPr lang="zh-CN" altLang="en-US" sz="1800" dirty="0" smtClean="0"/>
            <a:t>其它插件</a:t>
          </a:r>
          <a:endParaRPr lang="zh-CN" altLang="en-US" sz="1800" dirty="0"/>
        </a:p>
      </dgm:t>
    </dgm:pt>
    <dgm:pt modelId="{AC495733-6F65-4AC2-9245-67E812780054}" cxnId="{2AAC236D-9DDF-4677-962B-EBA5EF04BD18}" type="parTrans">
      <dgm:prSet/>
      <dgm:spPr/>
      <dgm:t>
        <a:bodyPr/>
        <a:lstStyle/>
        <a:p>
          <a:endParaRPr lang="zh-CN" altLang="en-US"/>
        </a:p>
      </dgm:t>
    </dgm:pt>
    <dgm:pt modelId="{77B09723-DECB-4BCC-AB27-632316C556C3}" cxnId="{2AAC236D-9DDF-4677-962B-EBA5EF04BD18}" type="sibTrans">
      <dgm:prSet/>
      <dgm:spPr/>
      <dgm:t>
        <a:bodyPr/>
        <a:lstStyle/>
        <a:p>
          <a:endParaRPr lang="zh-CN" altLang="en-US"/>
        </a:p>
      </dgm:t>
    </dgm:pt>
    <dgm:pt modelId="{D50C66BC-8A2B-43AF-9016-E607F0A8278B}">
      <dgm:prSet phldrT="[文本]" custT="1"/>
      <dgm:spPr/>
      <dgm:t>
        <a:bodyPr/>
        <a:lstStyle/>
        <a:p>
          <a:r>
            <a:rPr lang="zh-CN" altLang="en-US" sz="1800" dirty="0" smtClean="0"/>
            <a:t>统 一 调 用 方 式</a:t>
          </a:r>
          <a:endParaRPr lang="zh-CN" altLang="en-US" sz="1800" dirty="0"/>
        </a:p>
      </dgm:t>
    </dgm:pt>
    <dgm:pt modelId="{A875A2BE-0724-47CD-B930-41AB2515EF3E}" cxnId="{24921E1E-65F0-48DF-9AE6-BAF055820F6C}" type="sibTrans">
      <dgm:prSet/>
      <dgm:spPr/>
      <dgm:t>
        <a:bodyPr/>
        <a:lstStyle/>
        <a:p>
          <a:endParaRPr lang="zh-CN" altLang="en-US"/>
        </a:p>
      </dgm:t>
    </dgm:pt>
    <dgm:pt modelId="{47FE4991-5D0F-4FE2-85F6-F20C7662F5ED}" cxnId="{24921E1E-65F0-48DF-9AE6-BAF055820F6C}" type="parTrans">
      <dgm:prSet/>
      <dgm:spPr/>
      <dgm:t>
        <a:bodyPr/>
        <a:lstStyle/>
        <a:p>
          <a:endParaRPr lang="zh-CN" altLang="en-US"/>
        </a:p>
      </dgm:t>
    </dgm:pt>
    <dgm:pt modelId="{3D201161-2D1B-4B68-BC8D-3A7D0AE31BC3}" type="pres">
      <dgm:prSet presAssocID="{348CA7A2-5D45-4F4A-B612-D6B30FBD26EB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389C8B52-B5FA-448F-B49A-41131725C629}" type="pres">
      <dgm:prSet presAssocID="{D50C66BC-8A2B-43AF-9016-E607F0A8278B}" presName="vertOne" presStyleCnt="0"/>
      <dgm:spPr/>
      <dgm:t>
        <a:bodyPr/>
        <a:lstStyle/>
        <a:p>
          <a:endParaRPr lang="zh-CN" altLang="en-US"/>
        </a:p>
      </dgm:t>
    </dgm:pt>
    <dgm:pt modelId="{45D13263-60C1-44A9-9FE2-EC95C6C20E51}" type="pres">
      <dgm:prSet presAssocID="{D50C66BC-8A2B-43AF-9016-E607F0A8278B}" presName="txOne" presStyleLbl="node0" presStyleIdx="0" presStyleCnt="1" custLinFactNeighborX="-533" custLinFactNeighborY="-196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0B0833F-DFBA-4E83-9162-F8C652212FE7}" type="pres">
      <dgm:prSet presAssocID="{D50C66BC-8A2B-43AF-9016-E607F0A8278B}" presName="parTransOne" presStyleCnt="0"/>
      <dgm:spPr/>
      <dgm:t>
        <a:bodyPr/>
        <a:lstStyle/>
        <a:p>
          <a:endParaRPr lang="zh-CN" altLang="en-US"/>
        </a:p>
      </dgm:t>
    </dgm:pt>
    <dgm:pt modelId="{C3A3C273-B0BB-4E39-86FE-85620589B5DF}" type="pres">
      <dgm:prSet presAssocID="{D50C66BC-8A2B-43AF-9016-E607F0A8278B}" presName="horzOne" presStyleCnt="0"/>
      <dgm:spPr/>
      <dgm:t>
        <a:bodyPr/>
        <a:lstStyle/>
        <a:p>
          <a:endParaRPr lang="zh-CN" altLang="en-US"/>
        </a:p>
      </dgm:t>
    </dgm:pt>
    <dgm:pt modelId="{65C4982B-A799-41F9-916C-BD9B91487E77}" type="pres">
      <dgm:prSet presAssocID="{084F74FC-C501-4F2D-BBE8-97D3FDB4328E}" presName="vertTwo" presStyleCnt="0"/>
      <dgm:spPr/>
      <dgm:t>
        <a:bodyPr/>
        <a:lstStyle/>
        <a:p>
          <a:endParaRPr lang="zh-CN" altLang="en-US"/>
        </a:p>
      </dgm:t>
    </dgm:pt>
    <dgm:pt modelId="{FF8E2129-4830-48C6-98C5-540B0321CE1F}" type="pres">
      <dgm:prSet presAssocID="{084F74FC-C501-4F2D-BBE8-97D3FDB4328E}" presName="txTwo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8AA47CD-B773-43D6-9DB8-E83A7CCB0C1E}" type="pres">
      <dgm:prSet presAssocID="{084F74FC-C501-4F2D-BBE8-97D3FDB4328E}" presName="parTransTwo" presStyleCnt="0"/>
      <dgm:spPr/>
      <dgm:t>
        <a:bodyPr/>
        <a:lstStyle/>
        <a:p>
          <a:endParaRPr lang="zh-CN" altLang="en-US"/>
        </a:p>
      </dgm:t>
    </dgm:pt>
    <dgm:pt modelId="{C1C23ABB-EDB4-4800-A357-443D84066712}" type="pres">
      <dgm:prSet presAssocID="{084F74FC-C501-4F2D-BBE8-97D3FDB4328E}" presName="horzTwo" presStyleCnt="0"/>
      <dgm:spPr/>
      <dgm:t>
        <a:bodyPr/>
        <a:lstStyle/>
        <a:p>
          <a:endParaRPr lang="zh-CN" altLang="en-US"/>
        </a:p>
      </dgm:t>
    </dgm:pt>
    <dgm:pt modelId="{607599F8-DF2C-4A3B-AF6C-983963D36545}" type="pres">
      <dgm:prSet presAssocID="{47BF0239-949C-4F33-A89A-050C9A5D7387}" presName="vertThree" presStyleCnt="0"/>
      <dgm:spPr/>
      <dgm:t>
        <a:bodyPr/>
        <a:lstStyle/>
        <a:p>
          <a:endParaRPr lang="zh-CN" altLang="en-US"/>
        </a:p>
      </dgm:t>
    </dgm:pt>
    <dgm:pt modelId="{E73E24C6-992F-412B-90AA-744ACCA34210}" type="pres">
      <dgm:prSet presAssocID="{47BF0239-949C-4F33-A89A-050C9A5D7387}" presName="txThree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C6D9640-669F-4396-8909-DE9100372C3B}" type="pres">
      <dgm:prSet presAssocID="{47BF0239-949C-4F33-A89A-050C9A5D7387}" presName="horzThree" presStyleCnt="0"/>
      <dgm:spPr/>
      <dgm:t>
        <a:bodyPr/>
        <a:lstStyle/>
        <a:p>
          <a:endParaRPr lang="zh-CN" altLang="en-US"/>
        </a:p>
      </dgm:t>
    </dgm:pt>
    <dgm:pt modelId="{2BFC660C-209E-494F-92FE-B1C07687A5CF}" type="pres">
      <dgm:prSet presAssocID="{EDEB3083-8E2C-44E0-91A2-9DCB5A0CD27E}" presName="sibSpaceTwo" presStyleCnt="0"/>
      <dgm:spPr/>
      <dgm:t>
        <a:bodyPr/>
        <a:lstStyle/>
        <a:p>
          <a:endParaRPr lang="zh-CN" altLang="en-US"/>
        </a:p>
      </dgm:t>
    </dgm:pt>
    <dgm:pt modelId="{76E13CBF-9ECC-4F01-AC8D-060BD718467E}" type="pres">
      <dgm:prSet presAssocID="{2B5C3CFB-5A7F-4DF2-90ED-CBD333520316}" presName="vertTwo" presStyleCnt="0"/>
      <dgm:spPr/>
      <dgm:t>
        <a:bodyPr/>
        <a:lstStyle/>
        <a:p>
          <a:endParaRPr lang="zh-CN" altLang="en-US"/>
        </a:p>
      </dgm:t>
    </dgm:pt>
    <dgm:pt modelId="{8C9B1455-1CC6-4CCC-AB4A-3EC38D263B4C}" type="pres">
      <dgm:prSet presAssocID="{2B5C3CFB-5A7F-4DF2-90ED-CBD333520316}" presName="txTwo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287A3DA-E023-4B97-8A40-A70241872F7B}" type="pres">
      <dgm:prSet presAssocID="{2B5C3CFB-5A7F-4DF2-90ED-CBD333520316}" presName="parTransTwo" presStyleCnt="0"/>
      <dgm:spPr/>
      <dgm:t>
        <a:bodyPr/>
        <a:lstStyle/>
        <a:p>
          <a:endParaRPr lang="zh-CN" altLang="en-US"/>
        </a:p>
      </dgm:t>
    </dgm:pt>
    <dgm:pt modelId="{1794F2FA-145D-4285-9EC3-D547B43F2A5E}" type="pres">
      <dgm:prSet presAssocID="{2B5C3CFB-5A7F-4DF2-90ED-CBD333520316}" presName="horzTwo" presStyleCnt="0"/>
      <dgm:spPr/>
      <dgm:t>
        <a:bodyPr/>
        <a:lstStyle/>
        <a:p>
          <a:endParaRPr lang="zh-CN" altLang="en-US"/>
        </a:p>
      </dgm:t>
    </dgm:pt>
    <dgm:pt modelId="{23922753-A1BE-4596-8DEC-D23364136E0A}" type="pres">
      <dgm:prSet presAssocID="{FEC98F9F-07B7-4DA4-82E3-DFAB40278E89}" presName="vertThree" presStyleCnt="0"/>
      <dgm:spPr/>
      <dgm:t>
        <a:bodyPr/>
        <a:lstStyle/>
        <a:p>
          <a:endParaRPr lang="zh-CN" altLang="en-US"/>
        </a:p>
      </dgm:t>
    </dgm:pt>
    <dgm:pt modelId="{C5161002-D068-4CA1-BDB4-6E6A2ADAC824}" type="pres">
      <dgm:prSet presAssocID="{FEC98F9F-07B7-4DA4-82E3-DFAB40278E89}" presName="txThree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AFE671A-990E-4264-A462-D5886D47D8DD}" type="pres">
      <dgm:prSet presAssocID="{FEC98F9F-07B7-4DA4-82E3-DFAB40278E89}" presName="horzThree" presStyleCnt="0"/>
      <dgm:spPr/>
      <dgm:t>
        <a:bodyPr/>
        <a:lstStyle/>
        <a:p>
          <a:endParaRPr lang="zh-CN" altLang="en-US"/>
        </a:p>
      </dgm:t>
    </dgm:pt>
    <dgm:pt modelId="{CBE49808-51B3-49F9-9325-8110AFEBB63D}" type="pres">
      <dgm:prSet presAssocID="{9D17AEB8-9EF1-4050-AAF8-8FBABA5123BA}" presName="sibSpaceTwo" presStyleCnt="0"/>
      <dgm:spPr/>
      <dgm:t>
        <a:bodyPr/>
        <a:lstStyle/>
        <a:p>
          <a:endParaRPr lang="zh-CN" altLang="en-US"/>
        </a:p>
      </dgm:t>
    </dgm:pt>
    <dgm:pt modelId="{01619719-48D8-49C8-8C4A-40A285484448}" type="pres">
      <dgm:prSet presAssocID="{5A02AD4F-E6D7-49F7-8A9C-5FD1011A6634}" presName="vertTwo" presStyleCnt="0"/>
      <dgm:spPr/>
      <dgm:t>
        <a:bodyPr/>
        <a:lstStyle/>
        <a:p>
          <a:endParaRPr lang="zh-CN" altLang="en-US"/>
        </a:p>
      </dgm:t>
    </dgm:pt>
    <dgm:pt modelId="{E87E5A57-8E9D-4F90-BA02-59A2DC3425C3}" type="pres">
      <dgm:prSet presAssocID="{5A02AD4F-E6D7-49F7-8A9C-5FD1011A6634}" presName="txTwo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FE88951-E506-4453-92C1-ED7210B14D6C}" type="pres">
      <dgm:prSet presAssocID="{5A02AD4F-E6D7-49F7-8A9C-5FD1011A6634}" presName="horzTwo" presStyleCnt="0"/>
      <dgm:spPr/>
      <dgm:t>
        <a:bodyPr/>
        <a:lstStyle/>
        <a:p>
          <a:endParaRPr lang="zh-CN" altLang="en-US"/>
        </a:p>
      </dgm:t>
    </dgm:pt>
  </dgm:ptLst>
  <dgm:cxnLst>
    <dgm:cxn modelId="{7E6ACB57-E2EA-491A-A44C-646CBC214236}" srcId="{2B5C3CFB-5A7F-4DF2-90ED-CBD333520316}" destId="{FEC98F9F-07B7-4DA4-82E3-DFAB40278E89}" srcOrd="0" destOrd="0" parTransId="{72249A30-FB5C-4AD8-ABCA-1735BF980775}" sibTransId="{B817AAA0-588E-48F3-AD98-4E6526F12BC5}"/>
    <dgm:cxn modelId="{2AAC236D-9DDF-4677-962B-EBA5EF04BD18}" srcId="{D50C66BC-8A2B-43AF-9016-E607F0A8278B}" destId="{5A02AD4F-E6D7-49F7-8A9C-5FD1011A6634}" srcOrd="2" destOrd="0" parTransId="{AC495733-6F65-4AC2-9245-67E812780054}" sibTransId="{77B09723-DECB-4BCC-AB27-632316C556C3}"/>
    <dgm:cxn modelId="{F5FF6DAD-67B5-4D98-AD92-257206FDAD1E}" type="presOf" srcId="{FEC98F9F-07B7-4DA4-82E3-DFAB40278E89}" destId="{C5161002-D068-4CA1-BDB4-6E6A2ADAC824}" srcOrd="0" destOrd="0" presId="urn:microsoft.com/office/officeart/2005/8/layout/hierarchy4"/>
    <dgm:cxn modelId="{24921E1E-65F0-48DF-9AE6-BAF055820F6C}" srcId="{348CA7A2-5D45-4F4A-B612-D6B30FBD26EB}" destId="{D50C66BC-8A2B-43AF-9016-E607F0A8278B}" srcOrd="0" destOrd="0" parTransId="{47FE4991-5D0F-4FE2-85F6-F20C7662F5ED}" sibTransId="{A875A2BE-0724-47CD-B930-41AB2515EF3E}"/>
    <dgm:cxn modelId="{7809A970-89AE-4BA0-A81C-7B9E7F0B814F}" srcId="{D50C66BC-8A2B-43AF-9016-E607F0A8278B}" destId="{2B5C3CFB-5A7F-4DF2-90ED-CBD333520316}" srcOrd="1" destOrd="0" parTransId="{2AF5B8AF-87DF-4EC0-97AD-1685B387BA6D}" sibTransId="{9D17AEB8-9EF1-4050-AAF8-8FBABA5123BA}"/>
    <dgm:cxn modelId="{7A688398-DAF8-4F02-8BA5-F9AB3C74B285}" srcId="{D50C66BC-8A2B-43AF-9016-E607F0A8278B}" destId="{084F74FC-C501-4F2D-BBE8-97D3FDB4328E}" srcOrd="0" destOrd="0" parTransId="{942513FB-4529-4A69-86F5-B157633809D3}" sibTransId="{EDEB3083-8E2C-44E0-91A2-9DCB5A0CD27E}"/>
    <dgm:cxn modelId="{E9D8BE72-3A50-42BB-B9E4-8829621BF0D2}" type="presOf" srcId="{084F74FC-C501-4F2D-BBE8-97D3FDB4328E}" destId="{FF8E2129-4830-48C6-98C5-540B0321CE1F}" srcOrd="0" destOrd="0" presId="urn:microsoft.com/office/officeart/2005/8/layout/hierarchy4"/>
    <dgm:cxn modelId="{9093398F-CF55-4A9A-B9EB-3378FA0743E5}" type="presOf" srcId="{2B5C3CFB-5A7F-4DF2-90ED-CBD333520316}" destId="{8C9B1455-1CC6-4CCC-AB4A-3EC38D263B4C}" srcOrd="0" destOrd="0" presId="urn:microsoft.com/office/officeart/2005/8/layout/hierarchy4"/>
    <dgm:cxn modelId="{D17692E3-5624-4793-AED5-A46340A32592}" srcId="{084F74FC-C501-4F2D-BBE8-97D3FDB4328E}" destId="{47BF0239-949C-4F33-A89A-050C9A5D7387}" srcOrd="0" destOrd="0" parTransId="{6B94123E-576B-43D0-8A63-B64F1856D418}" sibTransId="{CCF10165-13A1-478C-A486-5A1249D4B64B}"/>
    <dgm:cxn modelId="{03BCD23E-0C15-48DF-A8A6-FBE12794F8F7}" type="presOf" srcId="{D50C66BC-8A2B-43AF-9016-E607F0A8278B}" destId="{45D13263-60C1-44A9-9FE2-EC95C6C20E51}" srcOrd="0" destOrd="0" presId="urn:microsoft.com/office/officeart/2005/8/layout/hierarchy4"/>
    <dgm:cxn modelId="{E52C0DF9-9583-4142-B861-B083D8FBE3C8}" type="presOf" srcId="{47BF0239-949C-4F33-A89A-050C9A5D7387}" destId="{E73E24C6-992F-412B-90AA-744ACCA34210}" srcOrd="0" destOrd="0" presId="urn:microsoft.com/office/officeart/2005/8/layout/hierarchy4"/>
    <dgm:cxn modelId="{7762DB2F-5011-4920-9165-0768DC3699DE}" type="presOf" srcId="{348CA7A2-5D45-4F4A-B612-D6B30FBD26EB}" destId="{3D201161-2D1B-4B68-BC8D-3A7D0AE31BC3}" srcOrd="0" destOrd="0" presId="urn:microsoft.com/office/officeart/2005/8/layout/hierarchy4"/>
    <dgm:cxn modelId="{6615AB7C-A94E-4A30-8A4D-0CBCCE989C51}" type="presOf" srcId="{5A02AD4F-E6D7-49F7-8A9C-5FD1011A6634}" destId="{E87E5A57-8E9D-4F90-BA02-59A2DC3425C3}" srcOrd="0" destOrd="0" presId="urn:microsoft.com/office/officeart/2005/8/layout/hierarchy4"/>
    <dgm:cxn modelId="{0D7E440A-84F4-4B38-B081-A140B2228CC8}" type="presParOf" srcId="{3D201161-2D1B-4B68-BC8D-3A7D0AE31BC3}" destId="{389C8B52-B5FA-448F-B49A-41131725C629}" srcOrd="0" destOrd="0" presId="urn:microsoft.com/office/officeart/2005/8/layout/hierarchy4"/>
    <dgm:cxn modelId="{AAD6A497-44E3-4207-87E8-DCD0A7E903E3}" type="presParOf" srcId="{389C8B52-B5FA-448F-B49A-41131725C629}" destId="{45D13263-60C1-44A9-9FE2-EC95C6C20E51}" srcOrd="0" destOrd="0" presId="urn:microsoft.com/office/officeart/2005/8/layout/hierarchy4"/>
    <dgm:cxn modelId="{4D526787-EFFD-4061-84E2-ED68CE604893}" type="presParOf" srcId="{389C8B52-B5FA-448F-B49A-41131725C629}" destId="{C0B0833F-DFBA-4E83-9162-F8C652212FE7}" srcOrd="1" destOrd="0" presId="urn:microsoft.com/office/officeart/2005/8/layout/hierarchy4"/>
    <dgm:cxn modelId="{23EBFC95-1B95-4631-81E5-ABCF5AD1EF45}" type="presParOf" srcId="{389C8B52-B5FA-448F-B49A-41131725C629}" destId="{C3A3C273-B0BB-4E39-86FE-85620589B5DF}" srcOrd="2" destOrd="0" presId="urn:microsoft.com/office/officeart/2005/8/layout/hierarchy4"/>
    <dgm:cxn modelId="{3AC5302B-0F86-4482-944B-1240094F09BB}" type="presParOf" srcId="{C3A3C273-B0BB-4E39-86FE-85620589B5DF}" destId="{65C4982B-A799-41F9-916C-BD9B91487E77}" srcOrd="0" destOrd="0" presId="urn:microsoft.com/office/officeart/2005/8/layout/hierarchy4"/>
    <dgm:cxn modelId="{3467BFFD-8809-4A2C-B628-8C19F3C7F598}" type="presParOf" srcId="{65C4982B-A799-41F9-916C-BD9B91487E77}" destId="{FF8E2129-4830-48C6-98C5-540B0321CE1F}" srcOrd="0" destOrd="0" presId="urn:microsoft.com/office/officeart/2005/8/layout/hierarchy4"/>
    <dgm:cxn modelId="{88154024-F7B7-4830-B337-A3202E36FEDF}" type="presParOf" srcId="{65C4982B-A799-41F9-916C-BD9B91487E77}" destId="{08AA47CD-B773-43D6-9DB8-E83A7CCB0C1E}" srcOrd="1" destOrd="0" presId="urn:microsoft.com/office/officeart/2005/8/layout/hierarchy4"/>
    <dgm:cxn modelId="{ADC80706-2EB9-48B0-BF32-028585BA86EC}" type="presParOf" srcId="{65C4982B-A799-41F9-916C-BD9B91487E77}" destId="{C1C23ABB-EDB4-4800-A357-443D84066712}" srcOrd="2" destOrd="0" presId="urn:microsoft.com/office/officeart/2005/8/layout/hierarchy4"/>
    <dgm:cxn modelId="{F98B2BC1-3884-4262-B15F-AB55F7F523F4}" type="presParOf" srcId="{C1C23ABB-EDB4-4800-A357-443D84066712}" destId="{607599F8-DF2C-4A3B-AF6C-983963D36545}" srcOrd="0" destOrd="0" presId="urn:microsoft.com/office/officeart/2005/8/layout/hierarchy4"/>
    <dgm:cxn modelId="{2A72B84D-9DE2-4922-BCDD-845F9555BB93}" type="presParOf" srcId="{607599F8-DF2C-4A3B-AF6C-983963D36545}" destId="{E73E24C6-992F-412B-90AA-744ACCA34210}" srcOrd="0" destOrd="0" presId="urn:microsoft.com/office/officeart/2005/8/layout/hierarchy4"/>
    <dgm:cxn modelId="{85093684-4FC3-44E0-A1B6-66F4808B2008}" type="presParOf" srcId="{607599F8-DF2C-4A3B-AF6C-983963D36545}" destId="{6C6D9640-669F-4396-8909-DE9100372C3B}" srcOrd="1" destOrd="0" presId="urn:microsoft.com/office/officeart/2005/8/layout/hierarchy4"/>
    <dgm:cxn modelId="{73749B93-B4B4-467E-9B47-20FD91220F4D}" type="presParOf" srcId="{C3A3C273-B0BB-4E39-86FE-85620589B5DF}" destId="{2BFC660C-209E-494F-92FE-B1C07687A5CF}" srcOrd="1" destOrd="0" presId="urn:microsoft.com/office/officeart/2005/8/layout/hierarchy4"/>
    <dgm:cxn modelId="{558A4802-81FE-444E-8105-663FF0FCA24A}" type="presParOf" srcId="{C3A3C273-B0BB-4E39-86FE-85620589B5DF}" destId="{76E13CBF-9ECC-4F01-AC8D-060BD718467E}" srcOrd="2" destOrd="0" presId="urn:microsoft.com/office/officeart/2005/8/layout/hierarchy4"/>
    <dgm:cxn modelId="{5AA7BC82-6A09-4E1F-8D48-B643942B0266}" type="presParOf" srcId="{76E13CBF-9ECC-4F01-AC8D-060BD718467E}" destId="{8C9B1455-1CC6-4CCC-AB4A-3EC38D263B4C}" srcOrd="0" destOrd="0" presId="urn:microsoft.com/office/officeart/2005/8/layout/hierarchy4"/>
    <dgm:cxn modelId="{6B9AB431-8AF0-4782-9DB1-F1FDB070F16D}" type="presParOf" srcId="{76E13CBF-9ECC-4F01-AC8D-060BD718467E}" destId="{0287A3DA-E023-4B97-8A40-A70241872F7B}" srcOrd="1" destOrd="0" presId="urn:microsoft.com/office/officeart/2005/8/layout/hierarchy4"/>
    <dgm:cxn modelId="{639C3476-198E-477C-AE5E-E21A697196D0}" type="presParOf" srcId="{76E13CBF-9ECC-4F01-AC8D-060BD718467E}" destId="{1794F2FA-145D-4285-9EC3-D547B43F2A5E}" srcOrd="2" destOrd="0" presId="urn:microsoft.com/office/officeart/2005/8/layout/hierarchy4"/>
    <dgm:cxn modelId="{C09E65CE-7F2E-47E0-9A20-FF849BC921DC}" type="presParOf" srcId="{1794F2FA-145D-4285-9EC3-D547B43F2A5E}" destId="{23922753-A1BE-4596-8DEC-D23364136E0A}" srcOrd="0" destOrd="0" presId="urn:microsoft.com/office/officeart/2005/8/layout/hierarchy4"/>
    <dgm:cxn modelId="{DAD16D18-79A5-490C-963B-EBDFEFA4A920}" type="presParOf" srcId="{23922753-A1BE-4596-8DEC-D23364136E0A}" destId="{C5161002-D068-4CA1-BDB4-6E6A2ADAC824}" srcOrd="0" destOrd="0" presId="urn:microsoft.com/office/officeart/2005/8/layout/hierarchy4"/>
    <dgm:cxn modelId="{132B3CFB-C1AD-4B32-8C9C-D7FC1724EE05}" type="presParOf" srcId="{23922753-A1BE-4596-8DEC-D23364136E0A}" destId="{FAFE671A-990E-4264-A462-D5886D47D8DD}" srcOrd="1" destOrd="0" presId="urn:microsoft.com/office/officeart/2005/8/layout/hierarchy4"/>
    <dgm:cxn modelId="{56E6A77A-331F-4931-84A3-C83FBCF5A847}" type="presParOf" srcId="{C3A3C273-B0BB-4E39-86FE-85620589B5DF}" destId="{CBE49808-51B3-49F9-9325-8110AFEBB63D}" srcOrd="3" destOrd="0" presId="urn:microsoft.com/office/officeart/2005/8/layout/hierarchy4"/>
    <dgm:cxn modelId="{C4336125-0038-401E-9B59-C5217BB981C1}" type="presParOf" srcId="{C3A3C273-B0BB-4E39-86FE-85620589B5DF}" destId="{01619719-48D8-49C8-8C4A-40A285484448}" srcOrd="4" destOrd="0" presId="urn:microsoft.com/office/officeart/2005/8/layout/hierarchy4"/>
    <dgm:cxn modelId="{C7C7EF74-2FA4-4998-B7F5-703330C699DC}" type="presParOf" srcId="{01619719-48D8-49C8-8C4A-40A285484448}" destId="{E87E5A57-8E9D-4F90-BA02-59A2DC3425C3}" srcOrd="0" destOrd="0" presId="urn:microsoft.com/office/officeart/2005/8/layout/hierarchy4"/>
    <dgm:cxn modelId="{271B98D3-893D-4EE4-ABE0-BE7628D98845}" type="presParOf" srcId="{01619719-48D8-49C8-8C4A-40A285484448}" destId="{BFE88951-E506-4453-92C1-ED7210B14D6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001358-9175-47FB-A08B-FCEBE058FDA6}" type="doc">
      <dgm:prSet loTypeId="urn:microsoft.com/office/officeart/2005/8/layout/process4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ECC59E5-1016-4396-8F90-FD37AC904CE1}">
      <dgm:prSet phldrT="[文本]"/>
      <dgm:spPr/>
      <dgm:t>
        <a:bodyPr/>
        <a:lstStyle/>
        <a:p>
          <a:r>
            <a:rPr lang="en-US" altLang="zh-CN" dirty="0" err="1" smtClean="0"/>
            <a:t>EasyUI</a:t>
          </a:r>
          <a:endParaRPr lang="zh-CN" altLang="en-US" dirty="0"/>
        </a:p>
      </dgm:t>
    </dgm:pt>
    <dgm:pt modelId="{0BB5063E-6675-498E-86C6-D52B94A3CFC7}" cxnId="{4A132760-A8D8-4C63-82EA-013C763B55A0}" type="parTrans">
      <dgm:prSet/>
      <dgm:spPr/>
      <dgm:t>
        <a:bodyPr/>
        <a:lstStyle/>
        <a:p>
          <a:endParaRPr lang="zh-CN" altLang="en-US"/>
        </a:p>
      </dgm:t>
    </dgm:pt>
    <dgm:pt modelId="{9DE4AB86-C106-48B1-81F7-1FECD8476869}" cxnId="{4A132760-A8D8-4C63-82EA-013C763B55A0}" type="sibTrans">
      <dgm:prSet/>
      <dgm:spPr/>
      <dgm:t>
        <a:bodyPr/>
        <a:lstStyle/>
        <a:p>
          <a:endParaRPr lang="zh-CN" altLang="en-US"/>
        </a:p>
      </dgm:t>
    </dgm:pt>
    <dgm:pt modelId="{5E651F16-92E5-4178-841D-E52B2455FE7F}">
      <dgm:prSet phldrT="[文本]"/>
      <dgm:spPr/>
      <dgm:t>
        <a:bodyPr/>
        <a:lstStyle/>
        <a:p>
          <a:r>
            <a:rPr lang="zh-CN" altLang="en-US" dirty="0" smtClean="0"/>
            <a:t>相关插件</a:t>
          </a:r>
          <a:endParaRPr lang="zh-CN" altLang="en-US" dirty="0"/>
        </a:p>
      </dgm:t>
    </dgm:pt>
    <dgm:pt modelId="{6EE1F2A2-6CA1-49C6-BBE6-FE5A329F357F}" cxnId="{F79C6AC7-9B02-4C90-BCCB-EE24C4283CF7}" type="parTrans">
      <dgm:prSet/>
      <dgm:spPr/>
      <dgm:t>
        <a:bodyPr/>
        <a:lstStyle/>
        <a:p>
          <a:endParaRPr lang="zh-CN" altLang="en-US"/>
        </a:p>
      </dgm:t>
    </dgm:pt>
    <dgm:pt modelId="{F8A01AFE-EAFE-40C8-A77A-D32EE88B11FD}" cxnId="{F79C6AC7-9B02-4C90-BCCB-EE24C4283CF7}" type="sibTrans">
      <dgm:prSet/>
      <dgm:spPr/>
      <dgm:t>
        <a:bodyPr/>
        <a:lstStyle/>
        <a:p>
          <a:endParaRPr lang="zh-CN" altLang="en-US"/>
        </a:p>
      </dgm:t>
    </dgm:pt>
    <dgm:pt modelId="{12FF59AE-D9DE-470A-9F00-5AD55B00FF22}">
      <dgm:prSet phldrT="[文本]"/>
      <dgm:spPr/>
      <dgm:t>
        <a:bodyPr/>
        <a:lstStyle/>
        <a:p>
          <a:r>
            <a:rPr lang="en-US" altLang="zh-CN" dirty="0" smtClean="0"/>
            <a:t> coding</a:t>
          </a:r>
          <a:endParaRPr lang="zh-CN" altLang="en-US" dirty="0"/>
        </a:p>
      </dgm:t>
    </dgm:pt>
    <dgm:pt modelId="{AE7B1658-6C29-4AA3-98B8-C85006D9219F}" cxnId="{DAEE0731-90E8-4C99-B568-084A402A800B}" type="parTrans">
      <dgm:prSet/>
      <dgm:spPr/>
      <dgm:t>
        <a:bodyPr/>
        <a:lstStyle/>
        <a:p>
          <a:endParaRPr lang="zh-CN" altLang="en-US"/>
        </a:p>
      </dgm:t>
    </dgm:pt>
    <dgm:pt modelId="{386235F7-E053-45AC-940E-5C82AF495139}" cxnId="{DAEE0731-90E8-4C99-B568-084A402A800B}" type="sibTrans">
      <dgm:prSet/>
      <dgm:spPr/>
      <dgm:t>
        <a:bodyPr/>
        <a:lstStyle/>
        <a:p>
          <a:endParaRPr lang="zh-CN" altLang="en-US"/>
        </a:p>
      </dgm:t>
    </dgm:pt>
    <dgm:pt modelId="{BC9398F4-9399-44CE-82BD-FE77311071F3}">
      <dgm:prSet phldrT="[文本]"/>
      <dgm:spPr/>
      <dgm:t>
        <a:bodyPr/>
        <a:lstStyle/>
        <a:p>
          <a:r>
            <a:rPr lang="en-US" altLang="zh-CN" dirty="0" smtClean="0"/>
            <a:t>Less</a:t>
          </a:r>
          <a:endParaRPr lang="zh-CN" altLang="en-US" dirty="0"/>
        </a:p>
      </dgm:t>
    </dgm:pt>
    <dgm:pt modelId="{9635AF56-980A-4E86-B4D9-D4145BBEDE80}" cxnId="{E2A459EF-1E84-49BD-B23F-6D9AE0058C30}" type="parTrans">
      <dgm:prSet/>
      <dgm:spPr/>
      <dgm:t>
        <a:bodyPr/>
        <a:lstStyle/>
        <a:p>
          <a:endParaRPr lang="zh-CN" altLang="en-US"/>
        </a:p>
      </dgm:t>
    </dgm:pt>
    <dgm:pt modelId="{D196EA74-1776-4565-999F-B3EF7603A253}" cxnId="{E2A459EF-1E84-49BD-B23F-6D9AE0058C30}" type="sibTrans">
      <dgm:prSet/>
      <dgm:spPr/>
      <dgm:t>
        <a:bodyPr/>
        <a:lstStyle/>
        <a:p>
          <a:endParaRPr lang="zh-CN" altLang="en-US"/>
        </a:p>
      </dgm:t>
    </dgm:pt>
    <dgm:pt modelId="{8255DF53-D7DA-4A1E-BA8C-E91049DF250A}">
      <dgm:prSet phldrT="[文本]"/>
      <dgm:spPr/>
      <dgm:t>
        <a:bodyPr/>
        <a:lstStyle/>
        <a:p>
          <a:r>
            <a:rPr lang="en-US" altLang="zh-CN" dirty="0" smtClean="0"/>
            <a:t>JS</a:t>
          </a:r>
          <a:r>
            <a:rPr lang="zh-CN" altLang="en-US" dirty="0" smtClean="0"/>
            <a:t>方法重写</a:t>
          </a:r>
          <a:endParaRPr lang="zh-CN" altLang="en-US" dirty="0"/>
        </a:p>
      </dgm:t>
    </dgm:pt>
    <dgm:pt modelId="{0D717E41-A067-434C-8E25-5999CB155697}" cxnId="{4B7F3FA2-8620-4EC1-89DD-66927EFB5064}" type="parTrans">
      <dgm:prSet/>
      <dgm:spPr/>
      <dgm:t>
        <a:bodyPr/>
        <a:lstStyle/>
        <a:p>
          <a:endParaRPr lang="zh-CN" altLang="en-US"/>
        </a:p>
      </dgm:t>
    </dgm:pt>
    <dgm:pt modelId="{8B5EE5F7-98D3-4F40-B757-CCCE58B559E8}" cxnId="{4B7F3FA2-8620-4EC1-89DD-66927EFB5064}" type="sibTrans">
      <dgm:prSet/>
      <dgm:spPr/>
      <dgm:t>
        <a:bodyPr/>
        <a:lstStyle/>
        <a:p>
          <a:endParaRPr lang="zh-CN" altLang="en-US"/>
        </a:p>
      </dgm:t>
    </dgm:pt>
    <dgm:pt modelId="{41BB9DCE-C30F-4AF2-940C-609DC24CC1F9}">
      <dgm:prSet phldrT="[文本]"/>
      <dgm:spPr/>
      <dgm:t>
        <a:bodyPr/>
        <a:lstStyle/>
        <a:p>
          <a:r>
            <a:rPr lang="en-US" altLang="zh-CN" dirty="0" err="1" smtClean="0"/>
            <a:t>dist</a:t>
          </a:r>
          <a:endParaRPr lang="zh-CN" altLang="en-US" dirty="0"/>
        </a:p>
      </dgm:t>
    </dgm:pt>
    <dgm:pt modelId="{4FCE5DE2-924B-43EC-9E4F-0F1145B24C02}" cxnId="{5841E290-9917-408C-9E93-F24C905FEDE3}" type="parTrans">
      <dgm:prSet/>
      <dgm:spPr/>
      <dgm:t>
        <a:bodyPr/>
        <a:lstStyle/>
        <a:p>
          <a:endParaRPr lang="zh-CN" altLang="en-US"/>
        </a:p>
      </dgm:t>
    </dgm:pt>
    <dgm:pt modelId="{D75AF621-59E3-4E1B-BEB3-0568CF95A64F}" cxnId="{5841E290-9917-408C-9E93-F24C905FEDE3}" type="sibTrans">
      <dgm:prSet/>
      <dgm:spPr/>
      <dgm:t>
        <a:bodyPr/>
        <a:lstStyle/>
        <a:p>
          <a:endParaRPr lang="zh-CN" altLang="en-US"/>
        </a:p>
      </dgm:t>
    </dgm:pt>
    <dgm:pt modelId="{77C3EFFF-076D-4A26-A36C-21E6BFC08D5B}">
      <dgm:prSet phldrT="[文本]"/>
      <dgm:spPr/>
      <dgm:t>
        <a:bodyPr/>
        <a:lstStyle/>
        <a:p>
          <a:r>
            <a:rPr lang="en-US" altLang="zh-CN" dirty="0" smtClean="0"/>
            <a:t>CSS</a:t>
          </a:r>
          <a:endParaRPr lang="zh-CN" altLang="en-US" dirty="0"/>
        </a:p>
      </dgm:t>
    </dgm:pt>
    <dgm:pt modelId="{C749030B-3F0F-4FA4-BDCC-8673FC0DAEF6}" cxnId="{3AF353F1-4123-4B98-B23E-E0CB1CDCDE78}" type="parTrans">
      <dgm:prSet/>
      <dgm:spPr/>
      <dgm:t>
        <a:bodyPr/>
        <a:lstStyle/>
        <a:p>
          <a:endParaRPr lang="zh-CN" altLang="en-US"/>
        </a:p>
      </dgm:t>
    </dgm:pt>
    <dgm:pt modelId="{7D382038-6E80-4193-B494-550BA137868A}" cxnId="{3AF353F1-4123-4B98-B23E-E0CB1CDCDE78}" type="sibTrans">
      <dgm:prSet/>
      <dgm:spPr/>
      <dgm:t>
        <a:bodyPr/>
        <a:lstStyle/>
        <a:p>
          <a:endParaRPr lang="zh-CN" altLang="en-US"/>
        </a:p>
      </dgm:t>
    </dgm:pt>
    <dgm:pt modelId="{0FA5995D-50AD-4D06-8439-4AA55E65F123}">
      <dgm:prSet phldrT="[文本]"/>
      <dgm:spPr/>
      <dgm:t>
        <a:bodyPr/>
        <a:lstStyle/>
        <a:p>
          <a:r>
            <a:rPr lang="en-US" altLang="zh-CN" dirty="0" smtClean="0"/>
            <a:t>JS</a:t>
          </a:r>
          <a:endParaRPr lang="zh-CN" altLang="en-US" dirty="0"/>
        </a:p>
      </dgm:t>
    </dgm:pt>
    <dgm:pt modelId="{C45002A6-9931-48A6-9427-5011642B20A5}" cxnId="{FE029887-409E-4F00-85F6-74BC3F6908F8}" type="parTrans">
      <dgm:prSet/>
      <dgm:spPr/>
      <dgm:t>
        <a:bodyPr/>
        <a:lstStyle/>
        <a:p>
          <a:endParaRPr lang="zh-CN" altLang="en-US"/>
        </a:p>
      </dgm:t>
    </dgm:pt>
    <dgm:pt modelId="{91C1D8CB-3D8D-4F79-828C-6EB2726D257E}" cxnId="{FE029887-409E-4F00-85F6-74BC3F6908F8}" type="sibTrans">
      <dgm:prSet/>
      <dgm:spPr/>
      <dgm:t>
        <a:bodyPr/>
        <a:lstStyle/>
        <a:p>
          <a:endParaRPr lang="zh-CN" altLang="en-US"/>
        </a:p>
      </dgm:t>
    </dgm:pt>
    <dgm:pt modelId="{DFC383A4-3493-43E2-A979-18F92CEC1B1E}">
      <dgm:prSet phldrT="[文本]"/>
      <dgm:spPr/>
      <dgm:t>
        <a:bodyPr/>
        <a:lstStyle/>
        <a:p>
          <a:r>
            <a:rPr lang="en-US" altLang="zh-CN" dirty="0" smtClean="0"/>
            <a:t>lib</a:t>
          </a:r>
          <a:endParaRPr lang="zh-CN" altLang="en-US" dirty="0"/>
        </a:p>
      </dgm:t>
    </dgm:pt>
    <dgm:pt modelId="{28CB9813-2614-4705-B965-019C22686841}" cxnId="{1C0834FB-2EF8-4FA3-9D18-5DC67A3B8B30}" type="sibTrans">
      <dgm:prSet/>
      <dgm:spPr/>
      <dgm:t>
        <a:bodyPr/>
        <a:lstStyle/>
        <a:p>
          <a:endParaRPr lang="zh-CN" altLang="en-US"/>
        </a:p>
      </dgm:t>
    </dgm:pt>
    <dgm:pt modelId="{649213AB-50E8-4F65-8C19-4CC3BC5E4E5D}" cxnId="{1C0834FB-2EF8-4FA3-9D18-5DC67A3B8B30}" type="parTrans">
      <dgm:prSet/>
      <dgm:spPr/>
      <dgm:t>
        <a:bodyPr/>
        <a:lstStyle/>
        <a:p>
          <a:endParaRPr lang="zh-CN" altLang="en-US"/>
        </a:p>
      </dgm:t>
    </dgm:pt>
    <dgm:pt modelId="{784F68FB-8AFF-4AAE-991C-89E48C10AB55}" type="pres">
      <dgm:prSet presAssocID="{52001358-9175-47FB-A08B-FCEBE058FDA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4B08A2F-DFF4-40B2-90BB-F97978AF782C}" type="pres">
      <dgm:prSet presAssocID="{41BB9DCE-C30F-4AF2-940C-609DC24CC1F9}" presName="boxAndChildren" presStyleCnt="0"/>
      <dgm:spPr/>
      <dgm:t>
        <a:bodyPr/>
        <a:lstStyle/>
        <a:p>
          <a:endParaRPr lang="zh-CN" altLang="en-US"/>
        </a:p>
      </dgm:t>
    </dgm:pt>
    <dgm:pt modelId="{B744BE90-60D5-4464-A9C1-14F0769B9EEC}" type="pres">
      <dgm:prSet presAssocID="{41BB9DCE-C30F-4AF2-940C-609DC24CC1F9}" presName="parentTextBox" presStyleLbl="node1" presStyleIdx="0" presStyleCnt="3"/>
      <dgm:spPr/>
      <dgm:t>
        <a:bodyPr/>
        <a:lstStyle/>
        <a:p>
          <a:endParaRPr lang="zh-CN" altLang="en-US"/>
        </a:p>
      </dgm:t>
    </dgm:pt>
    <dgm:pt modelId="{CF1185C0-B170-4669-B3AE-A131334B54B5}" type="pres">
      <dgm:prSet presAssocID="{41BB9DCE-C30F-4AF2-940C-609DC24CC1F9}" presName="entireBox" presStyleLbl="node1" presStyleIdx="0" presStyleCnt="3"/>
      <dgm:spPr/>
      <dgm:t>
        <a:bodyPr/>
        <a:lstStyle/>
        <a:p>
          <a:endParaRPr lang="zh-CN" altLang="en-US"/>
        </a:p>
      </dgm:t>
    </dgm:pt>
    <dgm:pt modelId="{005F11D2-CDE5-4CC5-A8CB-8E48D9800F46}" type="pres">
      <dgm:prSet presAssocID="{41BB9DCE-C30F-4AF2-940C-609DC24CC1F9}" presName="descendantBox" presStyleCnt="0"/>
      <dgm:spPr/>
      <dgm:t>
        <a:bodyPr/>
        <a:lstStyle/>
        <a:p>
          <a:endParaRPr lang="zh-CN" altLang="en-US"/>
        </a:p>
      </dgm:t>
    </dgm:pt>
    <dgm:pt modelId="{116229C0-F659-4181-8FA2-CEC0FCE50BDB}" type="pres">
      <dgm:prSet presAssocID="{77C3EFFF-076D-4A26-A36C-21E6BFC08D5B}" presName="childTextBox" presStyleLbl="fg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38D4802-16DF-41C5-91DC-F785A37F47B6}" type="pres">
      <dgm:prSet presAssocID="{0FA5995D-50AD-4D06-8439-4AA55E65F123}" presName="childTextBox" presStyleLbl="fg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24F6601-A15A-49C4-BB00-769E392AC54B}" type="pres">
      <dgm:prSet presAssocID="{386235F7-E053-45AC-940E-5C82AF495139}" presName="sp" presStyleCnt="0"/>
      <dgm:spPr/>
      <dgm:t>
        <a:bodyPr/>
        <a:lstStyle/>
        <a:p>
          <a:endParaRPr lang="zh-CN" altLang="en-US"/>
        </a:p>
      </dgm:t>
    </dgm:pt>
    <dgm:pt modelId="{23332A5C-D57F-4253-8AAF-7A069DE5D250}" type="pres">
      <dgm:prSet presAssocID="{12FF59AE-D9DE-470A-9F00-5AD55B00FF22}" presName="arrowAndChildren" presStyleCnt="0"/>
      <dgm:spPr/>
      <dgm:t>
        <a:bodyPr/>
        <a:lstStyle/>
        <a:p>
          <a:endParaRPr lang="zh-CN" altLang="en-US"/>
        </a:p>
      </dgm:t>
    </dgm:pt>
    <dgm:pt modelId="{1E00CFC6-2BFE-407D-8288-E267D3C029E1}" type="pres">
      <dgm:prSet presAssocID="{12FF59AE-D9DE-470A-9F00-5AD55B00FF22}" presName="parentTextArrow" presStyleLbl="node1" presStyleIdx="0" presStyleCnt="3"/>
      <dgm:spPr/>
      <dgm:t>
        <a:bodyPr/>
        <a:lstStyle/>
        <a:p>
          <a:endParaRPr lang="zh-CN" altLang="en-US"/>
        </a:p>
      </dgm:t>
    </dgm:pt>
    <dgm:pt modelId="{6B48BE76-A835-4784-B18C-BD03F9837761}" type="pres">
      <dgm:prSet presAssocID="{12FF59AE-D9DE-470A-9F00-5AD55B00FF22}" presName="arrow" presStyleLbl="node1" presStyleIdx="1" presStyleCnt="3"/>
      <dgm:spPr/>
      <dgm:t>
        <a:bodyPr/>
        <a:lstStyle/>
        <a:p>
          <a:endParaRPr lang="zh-CN" altLang="en-US"/>
        </a:p>
      </dgm:t>
    </dgm:pt>
    <dgm:pt modelId="{F34B5304-065B-4641-B205-05C721CFD429}" type="pres">
      <dgm:prSet presAssocID="{12FF59AE-D9DE-470A-9F00-5AD55B00FF22}" presName="descendantArrow" presStyleCnt="0"/>
      <dgm:spPr/>
      <dgm:t>
        <a:bodyPr/>
        <a:lstStyle/>
        <a:p>
          <a:endParaRPr lang="zh-CN" altLang="en-US"/>
        </a:p>
      </dgm:t>
    </dgm:pt>
    <dgm:pt modelId="{7CB14B19-B121-4602-B286-A64B2F3E0CFD}" type="pres">
      <dgm:prSet presAssocID="{BC9398F4-9399-44CE-82BD-FE77311071F3}" presName="childTextArrow" presStyleLbl="fg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3F94F41-A4D1-4AF8-B080-42C836A705A8}" type="pres">
      <dgm:prSet presAssocID="{8255DF53-D7DA-4A1E-BA8C-E91049DF250A}" presName="childTextArrow" presStyleLbl="fg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56D97C3-82D9-48AB-AE16-85F34AA6CA3F}" type="pres">
      <dgm:prSet presAssocID="{28CB9813-2614-4705-B965-019C22686841}" presName="sp" presStyleCnt="0"/>
      <dgm:spPr/>
      <dgm:t>
        <a:bodyPr/>
        <a:lstStyle/>
        <a:p>
          <a:endParaRPr lang="zh-CN" altLang="en-US"/>
        </a:p>
      </dgm:t>
    </dgm:pt>
    <dgm:pt modelId="{CB49A4BA-5E77-4343-86D5-EEA73E4BE9DD}" type="pres">
      <dgm:prSet presAssocID="{DFC383A4-3493-43E2-A979-18F92CEC1B1E}" presName="arrowAndChildren" presStyleCnt="0"/>
      <dgm:spPr/>
      <dgm:t>
        <a:bodyPr/>
        <a:lstStyle/>
        <a:p>
          <a:endParaRPr lang="zh-CN" altLang="en-US"/>
        </a:p>
      </dgm:t>
    </dgm:pt>
    <dgm:pt modelId="{E20BA6A2-1BA1-4775-AF97-013CEA3C9DDE}" type="pres">
      <dgm:prSet presAssocID="{DFC383A4-3493-43E2-A979-18F92CEC1B1E}" presName="parentTextArrow" presStyleLbl="node1" presStyleIdx="1" presStyleCnt="3"/>
      <dgm:spPr/>
      <dgm:t>
        <a:bodyPr/>
        <a:lstStyle/>
        <a:p>
          <a:endParaRPr lang="zh-CN" altLang="en-US"/>
        </a:p>
      </dgm:t>
    </dgm:pt>
    <dgm:pt modelId="{0060D086-0EAA-4538-974F-111A0E9E2B7D}" type="pres">
      <dgm:prSet presAssocID="{DFC383A4-3493-43E2-A979-18F92CEC1B1E}" presName="arrow" presStyleLbl="node1" presStyleIdx="2" presStyleCnt="3" custLinFactNeighborX="-33856" custLinFactNeighborY="-40766"/>
      <dgm:spPr/>
      <dgm:t>
        <a:bodyPr/>
        <a:lstStyle/>
        <a:p>
          <a:endParaRPr lang="zh-CN" altLang="en-US"/>
        </a:p>
      </dgm:t>
    </dgm:pt>
    <dgm:pt modelId="{74EF8B30-0DFE-4A48-BDCD-B4077FEFBCF0}" type="pres">
      <dgm:prSet presAssocID="{DFC383A4-3493-43E2-A979-18F92CEC1B1E}" presName="descendantArrow" presStyleCnt="0"/>
      <dgm:spPr/>
      <dgm:t>
        <a:bodyPr/>
        <a:lstStyle/>
        <a:p>
          <a:endParaRPr lang="zh-CN" altLang="en-US"/>
        </a:p>
      </dgm:t>
    </dgm:pt>
    <dgm:pt modelId="{F521B148-1AD1-4666-8A98-62CBCB053364}" type="pres">
      <dgm:prSet presAssocID="{FECC59E5-1016-4396-8F90-FD37AC904CE1}" presName="childTextArrow" presStyleLbl="fg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EC85778-CF98-488B-8D8F-A1499E5F6340}" type="pres">
      <dgm:prSet presAssocID="{5E651F16-92E5-4178-841D-E52B2455FE7F}" presName="childTextArrow" presStyleLbl="fg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E029887-409E-4F00-85F6-74BC3F6908F8}" srcId="{41BB9DCE-C30F-4AF2-940C-609DC24CC1F9}" destId="{0FA5995D-50AD-4D06-8439-4AA55E65F123}" srcOrd="1" destOrd="0" parTransId="{C45002A6-9931-48A6-9427-5011642B20A5}" sibTransId="{91C1D8CB-3D8D-4F79-828C-6EB2726D257E}"/>
    <dgm:cxn modelId="{031CB715-BEB4-4EB2-94E0-A98B6B8685E5}" type="presOf" srcId="{DFC383A4-3493-43E2-A979-18F92CEC1B1E}" destId="{E20BA6A2-1BA1-4775-AF97-013CEA3C9DDE}" srcOrd="0" destOrd="0" presId="urn:microsoft.com/office/officeart/2005/8/layout/process4"/>
    <dgm:cxn modelId="{D8DFA487-C73E-40A5-BDF5-E9F3D63CB65B}" type="presOf" srcId="{12FF59AE-D9DE-470A-9F00-5AD55B00FF22}" destId="{1E00CFC6-2BFE-407D-8288-E267D3C029E1}" srcOrd="0" destOrd="0" presId="urn:microsoft.com/office/officeart/2005/8/layout/process4"/>
    <dgm:cxn modelId="{12A93F72-F9BB-4845-BDEC-A93369F51288}" type="presOf" srcId="{12FF59AE-D9DE-470A-9F00-5AD55B00FF22}" destId="{6B48BE76-A835-4784-B18C-BD03F9837761}" srcOrd="1" destOrd="0" presId="urn:microsoft.com/office/officeart/2005/8/layout/process4"/>
    <dgm:cxn modelId="{BFA50F02-69C2-442C-AADB-7AF3831AEE9F}" type="presOf" srcId="{0FA5995D-50AD-4D06-8439-4AA55E65F123}" destId="{938D4802-16DF-41C5-91DC-F785A37F47B6}" srcOrd="0" destOrd="0" presId="urn:microsoft.com/office/officeart/2005/8/layout/process4"/>
    <dgm:cxn modelId="{73B5B762-A438-4F7C-9417-1AF9CCA14177}" type="presOf" srcId="{41BB9DCE-C30F-4AF2-940C-609DC24CC1F9}" destId="{B744BE90-60D5-4464-A9C1-14F0769B9EEC}" srcOrd="0" destOrd="0" presId="urn:microsoft.com/office/officeart/2005/8/layout/process4"/>
    <dgm:cxn modelId="{F79C6AC7-9B02-4C90-BCCB-EE24C4283CF7}" srcId="{DFC383A4-3493-43E2-A979-18F92CEC1B1E}" destId="{5E651F16-92E5-4178-841D-E52B2455FE7F}" srcOrd="1" destOrd="0" parTransId="{6EE1F2A2-6CA1-49C6-BBE6-FE5A329F357F}" sibTransId="{F8A01AFE-EAFE-40C8-A77A-D32EE88B11FD}"/>
    <dgm:cxn modelId="{3C02866C-E203-44BF-BBAD-1BCDA6DA58C8}" type="presOf" srcId="{5E651F16-92E5-4178-841D-E52B2455FE7F}" destId="{4EC85778-CF98-488B-8D8F-A1499E5F6340}" srcOrd="0" destOrd="0" presId="urn:microsoft.com/office/officeart/2005/8/layout/process4"/>
    <dgm:cxn modelId="{DAEE0731-90E8-4C99-B568-084A402A800B}" srcId="{52001358-9175-47FB-A08B-FCEBE058FDA6}" destId="{12FF59AE-D9DE-470A-9F00-5AD55B00FF22}" srcOrd="1" destOrd="0" parTransId="{AE7B1658-6C29-4AA3-98B8-C85006D9219F}" sibTransId="{386235F7-E053-45AC-940E-5C82AF495139}"/>
    <dgm:cxn modelId="{4A132760-A8D8-4C63-82EA-013C763B55A0}" srcId="{DFC383A4-3493-43E2-A979-18F92CEC1B1E}" destId="{FECC59E5-1016-4396-8F90-FD37AC904CE1}" srcOrd="0" destOrd="0" parTransId="{0BB5063E-6675-498E-86C6-D52B94A3CFC7}" sibTransId="{9DE4AB86-C106-48B1-81F7-1FECD8476869}"/>
    <dgm:cxn modelId="{D2D860FE-EE96-4662-93DB-FD5AFA1B535E}" type="presOf" srcId="{8255DF53-D7DA-4A1E-BA8C-E91049DF250A}" destId="{A3F94F41-A4D1-4AF8-B080-42C836A705A8}" srcOrd="0" destOrd="0" presId="urn:microsoft.com/office/officeart/2005/8/layout/process4"/>
    <dgm:cxn modelId="{7ACD4186-E5B8-44E1-ABC8-7A7659BF66A4}" type="presOf" srcId="{41BB9DCE-C30F-4AF2-940C-609DC24CC1F9}" destId="{CF1185C0-B170-4669-B3AE-A131334B54B5}" srcOrd="1" destOrd="0" presId="urn:microsoft.com/office/officeart/2005/8/layout/process4"/>
    <dgm:cxn modelId="{5841E290-9917-408C-9E93-F24C905FEDE3}" srcId="{52001358-9175-47FB-A08B-FCEBE058FDA6}" destId="{41BB9DCE-C30F-4AF2-940C-609DC24CC1F9}" srcOrd="2" destOrd="0" parTransId="{4FCE5DE2-924B-43EC-9E4F-0F1145B24C02}" sibTransId="{D75AF621-59E3-4E1B-BEB3-0568CF95A64F}"/>
    <dgm:cxn modelId="{3AF353F1-4123-4B98-B23E-E0CB1CDCDE78}" srcId="{41BB9DCE-C30F-4AF2-940C-609DC24CC1F9}" destId="{77C3EFFF-076D-4A26-A36C-21E6BFC08D5B}" srcOrd="0" destOrd="0" parTransId="{C749030B-3F0F-4FA4-BDCC-8673FC0DAEF6}" sibTransId="{7D382038-6E80-4193-B494-550BA137868A}"/>
    <dgm:cxn modelId="{E2A459EF-1E84-49BD-B23F-6D9AE0058C30}" srcId="{12FF59AE-D9DE-470A-9F00-5AD55B00FF22}" destId="{BC9398F4-9399-44CE-82BD-FE77311071F3}" srcOrd="0" destOrd="0" parTransId="{9635AF56-980A-4E86-B4D9-D4145BBEDE80}" sibTransId="{D196EA74-1776-4565-999F-B3EF7603A253}"/>
    <dgm:cxn modelId="{ADDDC3BA-B93F-491C-A409-D99FCC8FF9A6}" type="presOf" srcId="{52001358-9175-47FB-A08B-FCEBE058FDA6}" destId="{784F68FB-8AFF-4AAE-991C-89E48C10AB55}" srcOrd="0" destOrd="0" presId="urn:microsoft.com/office/officeart/2005/8/layout/process4"/>
    <dgm:cxn modelId="{85DF8249-08C5-4612-8B7B-370BC4C03EE6}" type="presOf" srcId="{DFC383A4-3493-43E2-A979-18F92CEC1B1E}" destId="{0060D086-0EAA-4538-974F-111A0E9E2B7D}" srcOrd="1" destOrd="0" presId="urn:microsoft.com/office/officeart/2005/8/layout/process4"/>
    <dgm:cxn modelId="{E432D1DD-E20A-47BA-BB52-85DA272D70A3}" type="presOf" srcId="{FECC59E5-1016-4396-8F90-FD37AC904CE1}" destId="{F521B148-1AD1-4666-8A98-62CBCB053364}" srcOrd="0" destOrd="0" presId="urn:microsoft.com/office/officeart/2005/8/layout/process4"/>
    <dgm:cxn modelId="{4B7F3FA2-8620-4EC1-89DD-66927EFB5064}" srcId="{12FF59AE-D9DE-470A-9F00-5AD55B00FF22}" destId="{8255DF53-D7DA-4A1E-BA8C-E91049DF250A}" srcOrd="1" destOrd="0" parTransId="{0D717E41-A067-434C-8E25-5999CB155697}" sibTransId="{8B5EE5F7-98D3-4F40-B757-CCCE58B559E8}"/>
    <dgm:cxn modelId="{F71A9E9A-E255-4761-9705-21EEC4F10CD1}" type="presOf" srcId="{77C3EFFF-076D-4A26-A36C-21E6BFC08D5B}" destId="{116229C0-F659-4181-8FA2-CEC0FCE50BDB}" srcOrd="0" destOrd="0" presId="urn:microsoft.com/office/officeart/2005/8/layout/process4"/>
    <dgm:cxn modelId="{1C0834FB-2EF8-4FA3-9D18-5DC67A3B8B30}" srcId="{52001358-9175-47FB-A08B-FCEBE058FDA6}" destId="{DFC383A4-3493-43E2-A979-18F92CEC1B1E}" srcOrd="0" destOrd="0" parTransId="{649213AB-50E8-4F65-8C19-4CC3BC5E4E5D}" sibTransId="{28CB9813-2614-4705-B965-019C22686841}"/>
    <dgm:cxn modelId="{19DA8FD6-8BF9-4A11-8453-130EDA35AC7B}" type="presOf" srcId="{BC9398F4-9399-44CE-82BD-FE77311071F3}" destId="{7CB14B19-B121-4602-B286-A64B2F3E0CFD}" srcOrd="0" destOrd="0" presId="urn:microsoft.com/office/officeart/2005/8/layout/process4"/>
    <dgm:cxn modelId="{D54650B3-56FC-461B-BF54-E229F6DD7D97}" type="presParOf" srcId="{784F68FB-8AFF-4AAE-991C-89E48C10AB55}" destId="{94B08A2F-DFF4-40B2-90BB-F97978AF782C}" srcOrd="0" destOrd="0" presId="urn:microsoft.com/office/officeart/2005/8/layout/process4"/>
    <dgm:cxn modelId="{29AE5A42-3869-4502-AF5C-E2DD76372D71}" type="presParOf" srcId="{94B08A2F-DFF4-40B2-90BB-F97978AF782C}" destId="{B744BE90-60D5-4464-A9C1-14F0769B9EEC}" srcOrd="0" destOrd="0" presId="urn:microsoft.com/office/officeart/2005/8/layout/process4"/>
    <dgm:cxn modelId="{A92F5923-0B21-4624-A5E8-65E080B99B39}" type="presParOf" srcId="{94B08A2F-DFF4-40B2-90BB-F97978AF782C}" destId="{CF1185C0-B170-4669-B3AE-A131334B54B5}" srcOrd="1" destOrd="0" presId="urn:microsoft.com/office/officeart/2005/8/layout/process4"/>
    <dgm:cxn modelId="{025D9A35-576F-4C4C-9EC7-5F7426CE604F}" type="presParOf" srcId="{94B08A2F-DFF4-40B2-90BB-F97978AF782C}" destId="{005F11D2-CDE5-4CC5-A8CB-8E48D9800F46}" srcOrd="2" destOrd="0" presId="urn:microsoft.com/office/officeart/2005/8/layout/process4"/>
    <dgm:cxn modelId="{C3F85C8A-08C2-413E-A2E3-13DF048C6423}" type="presParOf" srcId="{005F11D2-CDE5-4CC5-A8CB-8E48D9800F46}" destId="{116229C0-F659-4181-8FA2-CEC0FCE50BDB}" srcOrd="0" destOrd="0" presId="urn:microsoft.com/office/officeart/2005/8/layout/process4"/>
    <dgm:cxn modelId="{BD6F20AC-568A-4E0C-BF0D-1CAFFC7C6F85}" type="presParOf" srcId="{005F11D2-CDE5-4CC5-A8CB-8E48D9800F46}" destId="{938D4802-16DF-41C5-91DC-F785A37F47B6}" srcOrd="1" destOrd="0" presId="urn:microsoft.com/office/officeart/2005/8/layout/process4"/>
    <dgm:cxn modelId="{459E5EE5-DDB9-4011-B933-7BA0CAF4C592}" type="presParOf" srcId="{784F68FB-8AFF-4AAE-991C-89E48C10AB55}" destId="{B24F6601-A15A-49C4-BB00-769E392AC54B}" srcOrd="1" destOrd="0" presId="urn:microsoft.com/office/officeart/2005/8/layout/process4"/>
    <dgm:cxn modelId="{27909AD9-C2F5-474F-A981-6716898B42A6}" type="presParOf" srcId="{784F68FB-8AFF-4AAE-991C-89E48C10AB55}" destId="{23332A5C-D57F-4253-8AAF-7A069DE5D250}" srcOrd="2" destOrd="0" presId="urn:microsoft.com/office/officeart/2005/8/layout/process4"/>
    <dgm:cxn modelId="{A412EABC-60E7-4DE3-B21B-493D17D23DE8}" type="presParOf" srcId="{23332A5C-D57F-4253-8AAF-7A069DE5D250}" destId="{1E00CFC6-2BFE-407D-8288-E267D3C029E1}" srcOrd="0" destOrd="0" presId="urn:microsoft.com/office/officeart/2005/8/layout/process4"/>
    <dgm:cxn modelId="{26668F5D-D3DD-432E-9DE4-82581C3CFAA9}" type="presParOf" srcId="{23332A5C-D57F-4253-8AAF-7A069DE5D250}" destId="{6B48BE76-A835-4784-B18C-BD03F9837761}" srcOrd="1" destOrd="0" presId="urn:microsoft.com/office/officeart/2005/8/layout/process4"/>
    <dgm:cxn modelId="{D873FC4D-4874-4229-ABFE-9DFC160CE88B}" type="presParOf" srcId="{23332A5C-D57F-4253-8AAF-7A069DE5D250}" destId="{F34B5304-065B-4641-B205-05C721CFD429}" srcOrd="2" destOrd="0" presId="urn:microsoft.com/office/officeart/2005/8/layout/process4"/>
    <dgm:cxn modelId="{BF8D3D4B-501D-4607-9F61-4459E10454C2}" type="presParOf" srcId="{F34B5304-065B-4641-B205-05C721CFD429}" destId="{7CB14B19-B121-4602-B286-A64B2F3E0CFD}" srcOrd="0" destOrd="0" presId="urn:microsoft.com/office/officeart/2005/8/layout/process4"/>
    <dgm:cxn modelId="{64248609-FB76-4899-B5EF-AC00F2EDC969}" type="presParOf" srcId="{F34B5304-065B-4641-B205-05C721CFD429}" destId="{A3F94F41-A4D1-4AF8-B080-42C836A705A8}" srcOrd="1" destOrd="0" presId="urn:microsoft.com/office/officeart/2005/8/layout/process4"/>
    <dgm:cxn modelId="{C2379D7A-1F17-43B7-A5EC-78090DACEA73}" type="presParOf" srcId="{784F68FB-8AFF-4AAE-991C-89E48C10AB55}" destId="{356D97C3-82D9-48AB-AE16-85F34AA6CA3F}" srcOrd="3" destOrd="0" presId="urn:microsoft.com/office/officeart/2005/8/layout/process4"/>
    <dgm:cxn modelId="{BA0E34E9-E9B5-4517-9418-3A9144562C3E}" type="presParOf" srcId="{784F68FB-8AFF-4AAE-991C-89E48C10AB55}" destId="{CB49A4BA-5E77-4343-86D5-EEA73E4BE9DD}" srcOrd="4" destOrd="0" presId="urn:microsoft.com/office/officeart/2005/8/layout/process4"/>
    <dgm:cxn modelId="{D2FA237D-8739-43A2-BE5B-7E3278A342CD}" type="presParOf" srcId="{CB49A4BA-5E77-4343-86D5-EEA73E4BE9DD}" destId="{E20BA6A2-1BA1-4775-AF97-013CEA3C9DDE}" srcOrd="0" destOrd="0" presId="urn:microsoft.com/office/officeart/2005/8/layout/process4"/>
    <dgm:cxn modelId="{EA7CEB33-1E3D-4940-82FB-4415E40418D2}" type="presParOf" srcId="{CB49A4BA-5E77-4343-86D5-EEA73E4BE9DD}" destId="{0060D086-0EAA-4538-974F-111A0E9E2B7D}" srcOrd="1" destOrd="0" presId="urn:microsoft.com/office/officeart/2005/8/layout/process4"/>
    <dgm:cxn modelId="{ABB4F08A-B598-4E9F-B3E2-773EBD1EE0A4}" type="presParOf" srcId="{CB49A4BA-5E77-4343-86D5-EEA73E4BE9DD}" destId="{74EF8B30-0DFE-4A48-BDCD-B4077FEFBCF0}" srcOrd="2" destOrd="0" presId="urn:microsoft.com/office/officeart/2005/8/layout/process4"/>
    <dgm:cxn modelId="{40995701-D6BE-4697-A4F4-D03BF725AAE2}" type="presParOf" srcId="{74EF8B30-0DFE-4A48-BDCD-B4077FEFBCF0}" destId="{F521B148-1AD1-4666-8A98-62CBCB053364}" srcOrd="0" destOrd="0" presId="urn:microsoft.com/office/officeart/2005/8/layout/process4"/>
    <dgm:cxn modelId="{7E97D969-94C1-45EC-9FF7-4B3A2318D7A7}" type="presParOf" srcId="{74EF8B30-0DFE-4A48-BDCD-B4077FEFBCF0}" destId="{4EC85778-CF98-488B-8D8F-A1499E5F6340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525907" cy="3525907"/>
        <a:chOff x="0" y="0"/>
        <a:chExt cx="3525907" cy="3525907"/>
      </a:xfrm>
    </dsp:grpSpPr>
    <dsp:sp modelId="{5A458E85-7E9A-4E90-BD53-274AF3FBB858}">
      <dsp:nvSpPr>
        <dsp:cNvPr id="3" name="圆角矩形 2"/>
        <dsp:cNvSpPr/>
      </dsp:nvSpPr>
      <dsp:spPr bwMode="white">
        <a:xfrm>
          <a:off x="2135410" y="1375480"/>
          <a:ext cx="1057772" cy="1057772"/>
        </a:xfrm>
        <a:prstGeom prst="roundRect">
          <a:avLst/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1">
            <a:alpha val="90000"/>
            <a:hueOff val="0"/>
            <a:satOff val="0"/>
            <a:lumOff val="0"/>
            <a:alpha val="90196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50800" tIns="50800" rIns="50800" bIns="5080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 algn="ctr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 smtClean="0"/>
            <a:t>业务</a:t>
          </a:r>
          <a:endParaRPr lang="en-US" altLang="zh-CN" sz="2000" b="1" dirty="0" smtClean="0"/>
        </a:p>
        <a:p>
          <a:pPr lvl="0" algn="ctr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 smtClean="0"/>
            <a:t>系统</a:t>
          </a:r>
          <a:endParaRPr lang="zh-CN" altLang="en-US" sz="2000" b="1" dirty="0"/>
        </a:p>
      </dsp:txBody>
      <dsp:txXfrm>
        <a:off x="2135410" y="1375480"/>
        <a:ext cx="1057772" cy="1057772"/>
      </dsp:txXfrm>
    </dsp:sp>
    <dsp:sp modelId="{18597536-E1E2-40A1-BE06-A7044B435EA4}">
      <dsp:nvSpPr>
        <dsp:cNvPr id="4" name="任意多边形 3"/>
        <dsp:cNvSpPr/>
      </dsp:nvSpPr>
      <dsp:spPr bwMode="white">
        <a:xfrm>
          <a:off x="2365470" y="1044904"/>
          <a:ext cx="597652" cy="63500"/>
        </a:xfrm>
        <a:custGeom>
          <a:avLst/>
          <a:gdLst/>
          <a:ahLst/>
          <a:cxnLst/>
          <a:pathLst>
            <a:path w="941" h="100">
              <a:moveTo>
                <a:pt x="471" y="521"/>
              </a:moveTo>
              <a:lnTo>
                <a:pt x="471" y="-421"/>
              </a:lnTo>
            </a:path>
          </a:pathLst>
        </a:custGeom>
        <a:sp3d z="-40000" prstMaterial="matte"/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2365470" y="1044904"/>
        <a:ext cx="597652" cy="63500"/>
      </dsp:txXfrm>
    </dsp:sp>
    <dsp:sp modelId="{CF3B5FF9-EFE7-4497-804F-D54E88325CD4}">
      <dsp:nvSpPr>
        <dsp:cNvPr id="5" name="圆角矩形 4"/>
        <dsp:cNvSpPr/>
      </dsp:nvSpPr>
      <dsp:spPr bwMode="white">
        <a:xfrm>
          <a:off x="2309942" y="69121"/>
          <a:ext cx="708707" cy="708707"/>
        </a:xfrm>
        <a:prstGeom prst="roundRect">
          <a:avLst/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1">
            <a:alpha val="90000"/>
            <a:hueOff val="0"/>
            <a:satOff val="0"/>
            <a:lumOff val="0"/>
            <a:alpha val="82196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45720" tIns="45720" rIns="45720" bIns="45720" anchor="ctr" anchorCtr="1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 algn="ctr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/>
            <a:t>组件</a:t>
          </a:r>
          <a:endParaRPr lang="en-US" altLang="zh-CN" sz="1800" b="1" dirty="0" smtClean="0"/>
        </a:p>
        <a:p>
          <a:pPr lvl="0" algn="ctr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/>
            <a:t>固定</a:t>
          </a:r>
          <a:endParaRPr lang="zh-CN" altLang="en-US" sz="1800" b="1" dirty="0"/>
        </a:p>
      </dsp:txBody>
      <dsp:txXfrm>
        <a:off x="2309942" y="69121"/>
        <a:ext cx="708707" cy="708707"/>
      </dsp:txXfrm>
    </dsp:sp>
    <dsp:sp modelId="{1A0C6BA2-88C9-43D9-A293-1F6AE6123902}">
      <dsp:nvSpPr>
        <dsp:cNvPr id="6" name="任意多边形 5"/>
        <dsp:cNvSpPr/>
      </dsp:nvSpPr>
      <dsp:spPr bwMode="white">
        <a:xfrm>
          <a:off x="3179669" y="1615451"/>
          <a:ext cx="552198" cy="63500"/>
        </a:xfrm>
        <a:custGeom>
          <a:avLst/>
          <a:gdLst/>
          <a:ahLst/>
          <a:cxnLst/>
          <a:pathLst>
            <a:path w="870" h="100">
              <a:moveTo>
                <a:pt x="21" y="184"/>
              </a:moveTo>
              <a:lnTo>
                <a:pt x="848" y="-84"/>
              </a:lnTo>
            </a:path>
          </a:pathLst>
        </a:custGeom>
        <a:sp3d z="-40000" prstMaterial="matte"/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3179669" y="1615451"/>
        <a:ext cx="552198" cy="63500"/>
      </dsp:txXfrm>
    </dsp:sp>
    <dsp:sp modelId="{904B56CE-D3DC-482C-82C2-31FB6757C1BE}">
      <dsp:nvSpPr>
        <dsp:cNvPr id="7" name="圆角矩形 6"/>
        <dsp:cNvSpPr/>
      </dsp:nvSpPr>
      <dsp:spPr bwMode="white">
        <a:xfrm>
          <a:off x="3718354" y="1092392"/>
          <a:ext cx="708707" cy="708707"/>
        </a:xfrm>
        <a:prstGeom prst="roundRect">
          <a:avLst/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1">
            <a:alpha val="90000"/>
            <a:hueOff val="0"/>
            <a:satOff val="0"/>
            <a:lumOff val="0"/>
            <a:alpha val="74196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45720" tIns="45720" rIns="45720" bIns="45720" anchor="ctr" anchorCtr="1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 algn="ctr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/>
            <a:t>界面</a:t>
          </a:r>
          <a:endParaRPr lang="en-US" altLang="zh-CN" sz="1800" b="1" dirty="0" smtClean="0"/>
        </a:p>
        <a:p>
          <a:pPr lvl="0" algn="ctr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/>
            <a:t>紧凑</a:t>
          </a:r>
          <a:endParaRPr lang="zh-CN" altLang="en-US" sz="1800" b="1" dirty="0"/>
        </a:p>
      </dsp:txBody>
      <dsp:txXfrm>
        <a:off x="3718354" y="1092392"/>
        <a:ext cx="708707" cy="708707"/>
      </dsp:txXfrm>
    </dsp:sp>
    <dsp:sp modelId="{E1B8FD91-155B-44EC-851E-40F7F085EC17}">
      <dsp:nvSpPr>
        <dsp:cNvPr id="8" name="任意多边形 7"/>
        <dsp:cNvSpPr/>
      </dsp:nvSpPr>
      <dsp:spPr bwMode="white">
        <a:xfrm>
          <a:off x="2968348" y="2558915"/>
          <a:ext cx="389147" cy="63500"/>
        </a:xfrm>
        <a:custGeom>
          <a:avLst/>
          <a:gdLst/>
          <a:ahLst/>
          <a:cxnLst/>
          <a:pathLst>
            <a:path w="613" h="100">
              <a:moveTo>
                <a:pt x="126" y="-198"/>
              </a:moveTo>
              <a:lnTo>
                <a:pt x="487" y="298"/>
              </a:lnTo>
            </a:path>
          </a:pathLst>
        </a:custGeom>
        <a:sp3d z="-40000" prstMaterial="matte"/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2968348" y="2558915"/>
        <a:ext cx="389147" cy="63500"/>
      </dsp:txXfrm>
    </dsp:sp>
    <dsp:sp modelId="{20C73ECF-86A6-4D7B-BF71-FFDDF6286607}">
      <dsp:nvSpPr>
        <dsp:cNvPr id="9" name="圆角矩形 8"/>
        <dsp:cNvSpPr/>
      </dsp:nvSpPr>
      <dsp:spPr bwMode="white">
        <a:xfrm>
          <a:off x="3180389" y="2748079"/>
          <a:ext cx="708707" cy="708707"/>
        </a:xfrm>
        <a:prstGeom prst="roundRect">
          <a:avLst/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1">
            <a:alpha val="90000"/>
            <a:hueOff val="0"/>
            <a:satOff val="0"/>
            <a:lumOff val="0"/>
            <a:alpha val="66196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45720" tIns="45720" rIns="45720" bIns="4572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 algn="ctr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/>
            <a:t>操作</a:t>
          </a:r>
          <a:endParaRPr lang="en-US" altLang="zh-CN" sz="1800" b="1" dirty="0" smtClean="0"/>
        </a:p>
        <a:p>
          <a:pPr lvl="0" algn="ctr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/>
            <a:t>繁多</a:t>
          </a:r>
          <a:endParaRPr lang="zh-CN" altLang="en-US" sz="1800" b="1" dirty="0"/>
        </a:p>
      </dsp:txBody>
      <dsp:txXfrm>
        <a:off x="3180389" y="2748079"/>
        <a:ext cx="708707" cy="708707"/>
      </dsp:txXfrm>
    </dsp:sp>
    <dsp:sp modelId="{5250D3DA-03D8-496E-895D-72954C8EC8F0}">
      <dsp:nvSpPr>
        <dsp:cNvPr id="10" name="任意多边形 9"/>
        <dsp:cNvSpPr/>
      </dsp:nvSpPr>
      <dsp:spPr bwMode="white">
        <a:xfrm>
          <a:off x="1971097" y="2558915"/>
          <a:ext cx="389147" cy="63500"/>
        </a:xfrm>
        <a:custGeom>
          <a:avLst/>
          <a:gdLst/>
          <a:ahLst/>
          <a:cxnLst/>
          <a:pathLst>
            <a:path w="613" h="100">
              <a:moveTo>
                <a:pt x="487" y="-198"/>
              </a:moveTo>
              <a:lnTo>
                <a:pt x="126" y="298"/>
              </a:lnTo>
            </a:path>
          </a:pathLst>
        </a:custGeom>
        <a:sp3d z="-40000" prstMaterial="matte"/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1971097" y="2558915"/>
        <a:ext cx="389147" cy="63500"/>
      </dsp:txXfrm>
    </dsp:sp>
    <dsp:sp modelId="{3E692BEF-F726-4C59-B795-970892A82B2B}">
      <dsp:nvSpPr>
        <dsp:cNvPr id="11" name="圆角矩形 10"/>
        <dsp:cNvSpPr/>
      </dsp:nvSpPr>
      <dsp:spPr bwMode="white">
        <a:xfrm>
          <a:off x="1439496" y="2748079"/>
          <a:ext cx="708707" cy="708707"/>
        </a:xfrm>
        <a:prstGeom prst="roundRect">
          <a:avLst/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1">
            <a:alpha val="90000"/>
            <a:hueOff val="0"/>
            <a:satOff val="0"/>
            <a:lumOff val="0"/>
            <a:alpha val="58196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45720" tIns="45720" rIns="45720" bIns="4572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 algn="ctr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/>
            <a:t>开发</a:t>
          </a:r>
          <a:endParaRPr lang="en-US" altLang="zh-CN" sz="1800" b="1" dirty="0" smtClean="0"/>
        </a:p>
        <a:p>
          <a:pPr lvl="0" algn="ctr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/>
            <a:t>快速</a:t>
          </a:r>
          <a:endParaRPr lang="zh-CN" altLang="en-US" sz="1800" b="1" dirty="0"/>
        </a:p>
      </dsp:txBody>
      <dsp:txXfrm>
        <a:off x="1439496" y="2748079"/>
        <a:ext cx="708707" cy="708707"/>
      </dsp:txXfrm>
    </dsp:sp>
    <dsp:sp modelId="{7AC3993E-8593-4E42-BF65-B6DB59F9151B}">
      <dsp:nvSpPr>
        <dsp:cNvPr id="12" name="任意多边形 11"/>
        <dsp:cNvSpPr/>
      </dsp:nvSpPr>
      <dsp:spPr bwMode="white">
        <a:xfrm>
          <a:off x="1596725" y="1615451"/>
          <a:ext cx="552198" cy="63500"/>
        </a:xfrm>
        <a:custGeom>
          <a:avLst/>
          <a:gdLst/>
          <a:ahLst/>
          <a:cxnLst/>
          <a:pathLst>
            <a:path w="870" h="100">
              <a:moveTo>
                <a:pt x="848" y="184"/>
              </a:moveTo>
              <a:lnTo>
                <a:pt x="21" y="-84"/>
              </a:lnTo>
            </a:path>
          </a:pathLst>
        </a:custGeom>
        <a:sp3d z="-40000" prstMaterial="matte"/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1596725" y="1615451"/>
        <a:ext cx="552198" cy="63500"/>
      </dsp:txXfrm>
    </dsp:sp>
    <dsp:sp modelId="{F66F452B-B52E-45A6-9DE1-BC8C6235446B}">
      <dsp:nvSpPr>
        <dsp:cNvPr id="13" name="圆角矩形 12"/>
        <dsp:cNvSpPr/>
      </dsp:nvSpPr>
      <dsp:spPr bwMode="white">
        <a:xfrm>
          <a:off x="901531" y="1092392"/>
          <a:ext cx="708707" cy="708707"/>
        </a:xfrm>
        <a:prstGeom prst="roundRect">
          <a:avLst/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1">
            <a:alpha val="90000"/>
            <a:hueOff val="0"/>
            <a:satOff val="0"/>
            <a:lumOff val="0"/>
            <a:alpha val="50196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45720" tIns="45720" rIns="45720" bIns="4572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 algn="ctr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/>
            <a:t>风格</a:t>
          </a:r>
          <a:endParaRPr lang="en-US" altLang="zh-CN" sz="1800" b="1" dirty="0" smtClean="0"/>
        </a:p>
        <a:p>
          <a:pPr lvl="0" algn="ctr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/>
            <a:t>统一</a:t>
          </a:r>
          <a:endParaRPr lang="zh-CN" altLang="en-US" sz="1800" b="1" dirty="0"/>
        </a:p>
      </dsp:txBody>
      <dsp:txXfrm>
        <a:off x="901531" y="1092392"/>
        <a:ext cx="708707" cy="7087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967619" cy="2149637"/>
        <a:chOff x="0" y="0"/>
        <a:chExt cx="3967619" cy="2149637"/>
      </a:xfrm>
    </dsp:grpSpPr>
    <dsp:sp modelId="{45D13263-60C1-44A9-9FE2-EC95C6C20E51}">
      <dsp:nvSpPr>
        <dsp:cNvPr id="3" name="圆角矩形 2"/>
        <dsp:cNvSpPr/>
      </dsp:nvSpPr>
      <dsp:spPr bwMode="white">
        <a:xfrm>
          <a:off x="0" y="0"/>
          <a:ext cx="3967619" cy="670354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/>
            <a:t>统 一 调 用 方 式</a:t>
          </a:r>
          <a:endParaRPr lang="zh-CN" altLang="en-US" sz="1800" dirty="0"/>
        </a:p>
      </dsp:txBody>
      <dsp:txXfrm>
        <a:off x="0" y="0"/>
        <a:ext cx="3967619" cy="670354"/>
      </dsp:txXfrm>
    </dsp:sp>
    <dsp:sp modelId="{FF8E2129-4830-48C6-98C5-540B0321CE1F}">
      <dsp:nvSpPr>
        <dsp:cNvPr id="4" name="圆角矩形 3"/>
        <dsp:cNvSpPr/>
      </dsp:nvSpPr>
      <dsp:spPr bwMode="white">
        <a:xfrm>
          <a:off x="0" y="739642"/>
          <a:ext cx="1252405" cy="670354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 err="1" smtClean="0"/>
            <a:t>EasyUI</a:t>
          </a:r>
          <a:endParaRPr lang="zh-CN" altLang="en-US" sz="1800" dirty="0"/>
        </a:p>
      </dsp:txBody>
      <dsp:txXfrm>
        <a:off x="0" y="739642"/>
        <a:ext cx="1252405" cy="670354"/>
      </dsp:txXfrm>
    </dsp:sp>
    <dsp:sp modelId="{E73E24C6-992F-412B-90AA-744ACCA34210}">
      <dsp:nvSpPr>
        <dsp:cNvPr id="5" name="圆角矩形 4"/>
        <dsp:cNvSpPr/>
      </dsp:nvSpPr>
      <dsp:spPr bwMode="white">
        <a:xfrm>
          <a:off x="0" y="1479283"/>
          <a:ext cx="1252405" cy="670354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 smtClean="0"/>
            <a:t>JQuery</a:t>
          </a:r>
          <a:endParaRPr lang="zh-CN" altLang="en-US" sz="1800" dirty="0"/>
        </a:p>
      </dsp:txBody>
      <dsp:txXfrm>
        <a:off x="0" y="1479283"/>
        <a:ext cx="1252405" cy="670354"/>
      </dsp:txXfrm>
    </dsp:sp>
    <dsp:sp modelId="{8C9B1455-1CC6-4CCC-AB4A-3EC38D263B4C}">
      <dsp:nvSpPr>
        <dsp:cNvPr id="6" name="圆角矩形 5"/>
        <dsp:cNvSpPr/>
      </dsp:nvSpPr>
      <dsp:spPr bwMode="white">
        <a:xfrm>
          <a:off x="1357607" y="739642"/>
          <a:ext cx="1252405" cy="670354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 smtClean="0"/>
            <a:t>Bootstrap</a:t>
          </a:r>
          <a:endParaRPr lang="en-US" altLang="zh-CN" sz="1800" dirty="0" smtClean="0"/>
        </a:p>
        <a:p>
          <a:pPr lvl="0">
            <a:lnSpc>
              <a:spcPct val="5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/>
            <a:t>插件</a:t>
          </a:r>
          <a:endParaRPr lang="zh-CN" altLang="en-US" sz="1800" dirty="0"/>
        </a:p>
      </dsp:txBody>
      <dsp:txXfrm>
        <a:off x="1357607" y="739642"/>
        <a:ext cx="1252405" cy="670354"/>
      </dsp:txXfrm>
    </dsp:sp>
    <dsp:sp modelId="{C5161002-D068-4CA1-BDB4-6E6A2ADAC824}">
      <dsp:nvSpPr>
        <dsp:cNvPr id="7" name="圆角矩形 6"/>
        <dsp:cNvSpPr/>
      </dsp:nvSpPr>
      <dsp:spPr bwMode="white">
        <a:xfrm>
          <a:off x="1357607" y="1479283"/>
          <a:ext cx="1252405" cy="670354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 smtClean="0"/>
            <a:t>JQuery</a:t>
          </a:r>
          <a:endParaRPr lang="zh-CN" altLang="en-US" sz="1800" dirty="0"/>
        </a:p>
      </dsp:txBody>
      <dsp:txXfrm>
        <a:off x="1357607" y="1479283"/>
        <a:ext cx="1252405" cy="670354"/>
      </dsp:txXfrm>
    </dsp:sp>
    <dsp:sp modelId="{E87E5A57-8E9D-4F90-BA02-59A2DC3425C3}">
      <dsp:nvSpPr>
        <dsp:cNvPr id="8" name="圆角矩形 7"/>
        <dsp:cNvSpPr/>
      </dsp:nvSpPr>
      <dsp:spPr bwMode="white">
        <a:xfrm>
          <a:off x="2715214" y="739642"/>
          <a:ext cx="1252405" cy="670354"/>
        </a:xfrm>
        <a:prstGeom prst="roundRect">
          <a:avLst>
            <a:gd name="adj" fmla="val 10000"/>
          </a:avLst>
        </a:prstGeom>
        <a:sp3d prstMaterial="plastic">
          <a:bevelT w="120900" h="88900"/>
          <a:bevelB w="88900" h="31750" prst="angle"/>
        </a:sp3d>
      </dsp:spPr>
      <dsp:style>
        <a:lnRef idx="0">
          <a:schemeClr val="lt1"/>
        </a:lnRef>
        <a:fillRef idx="3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/>
            <a:t>其它插件</a:t>
          </a:r>
          <a:endParaRPr lang="zh-CN" altLang="en-US" sz="1800" dirty="0"/>
        </a:p>
      </dsp:txBody>
      <dsp:txXfrm>
        <a:off x="2715214" y="739642"/>
        <a:ext cx="1252405" cy="6703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900962" cy="2576854"/>
        <a:chOff x="0" y="0"/>
        <a:chExt cx="3900962" cy="2576854"/>
      </a:xfrm>
    </dsp:grpSpPr>
    <dsp:sp modelId="{CF1185C0-B170-4669-B3AE-A131334B54B5}">
      <dsp:nvSpPr>
        <dsp:cNvPr id="3" name="矩形 2"/>
        <dsp:cNvSpPr/>
      </dsp:nvSpPr>
      <dsp:spPr bwMode="white">
        <a:xfrm>
          <a:off x="0" y="1939965"/>
          <a:ext cx="3900962" cy="636889"/>
        </a:xfrm>
        <a:prstGeom prst="rect">
          <a:avLst/>
        </a:prstGeom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lIns="78232" tIns="78232" rIns="78232" bIns="78232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err="1" smtClean="0"/>
            <a:t>dist</a:t>
          </a:r>
          <a:endParaRPr lang="zh-CN" altLang="en-US" dirty="0"/>
        </a:p>
      </dsp:txBody>
      <dsp:txXfrm>
        <a:off x="0" y="1939965"/>
        <a:ext cx="3900962" cy="636889"/>
      </dsp:txXfrm>
    </dsp:sp>
    <dsp:sp modelId="{116229C0-F659-4181-8FA2-CEC0FCE50BDB}">
      <dsp:nvSpPr>
        <dsp:cNvPr id="4" name="矩形 3"/>
        <dsp:cNvSpPr/>
      </dsp:nvSpPr>
      <dsp:spPr bwMode="white">
        <a:xfrm>
          <a:off x="0" y="2271147"/>
          <a:ext cx="1950481" cy="292969"/>
        </a:xfrm>
        <a:prstGeom prst="rect">
          <a:avLst/>
        </a:prstGeom>
        <a:sp3d z="300000" contourW="19050" prstMaterial="metal">
          <a:bevelT w="88900" h="203200"/>
          <a:bevelB w="165100" h="254000"/>
        </a:sp3d>
      </dsp:spPr>
      <dsp:style>
        <a:lnRef idx="0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113792" tIns="20320" rIns="113792" bIns="2032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dk1"/>
              </a:solidFill>
            </a:rPr>
            <a:t>CSS</a:t>
          </a:r>
          <a:endParaRPr lang="zh-CN" altLang="en-US" dirty="0">
            <a:solidFill>
              <a:schemeClr val="dk1"/>
            </a:solidFill>
          </a:endParaRPr>
        </a:p>
      </dsp:txBody>
      <dsp:txXfrm>
        <a:off x="0" y="2271147"/>
        <a:ext cx="1950481" cy="292969"/>
      </dsp:txXfrm>
    </dsp:sp>
    <dsp:sp modelId="{938D4802-16DF-41C5-91DC-F785A37F47B6}">
      <dsp:nvSpPr>
        <dsp:cNvPr id="5" name="矩形 4"/>
        <dsp:cNvSpPr/>
      </dsp:nvSpPr>
      <dsp:spPr bwMode="white">
        <a:xfrm>
          <a:off x="1950481" y="2271147"/>
          <a:ext cx="1950481" cy="292969"/>
        </a:xfrm>
        <a:prstGeom prst="rect">
          <a:avLst/>
        </a:prstGeom>
        <a:sp3d z="300000" contourW="19050" prstMaterial="metal">
          <a:bevelT w="88900" h="203200"/>
          <a:bevelB w="165100" h="254000"/>
        </a:sp3d>
      </dsp:spPr>
      <dsp:style>
        <a:lnRef idx="0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113792" tIns="20320" rIns="113792" bIns="2032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dk1"/>
              </a:solidFill>
            </a:rPr>
            <a:t>JS</a:t>
          </a:r>
          <a:endParaRPr lang="zh-CN" altLang="en-US" dirty="0">
            <a:solidFill>
              <a:schemeClr val="dk1"/>
            </a:solidFill>
          </a:endParaRPr>
        </a:p>
      </dsp:txBody>
      <dsp:txXfrm>
        <a:off x="1950481" y="2271147"/>
        <a:ext cx="1950481" cy="292969"/>
      </dsp:txXfrm>
    </dsp:sp>
    <dsp:sp modelId="{6B48BE76-A835-4784-B18C-BD03F9837761}">
      <dsp:nvSpPr>
        <dsp:cNvPr id="6" name="上箭头标注 5"/>
        <dsp:cNvSpPr/>
      </dsp:nvSpPr>
      <dsp:spPr bwMode="white">
        <a:xfrm rot="10800000">
          <a:off x="0" y="969982"/>
          <a:ext cx="3900962" cy="979536"/>
        </a:xfrm>
        <a:prstGeom prst="upArrowCallout">
          <a:avLst/>
        </a:prstGeom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lIns="78232" tIns="78232" rIns="78232" bIns="78232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 coding</a:t>
          </a:r>
          <a:endParaRPr lang="zh-CN" altLang="en-US" dirty="0"/>
        </a:p>
      </dsp:txBody>
      <dsp:txXfrm rot="10800000">
        <a:off x="0" y="969982"/>
        <a:ext cx="3900962" cy="979536"/>
      </dsp:txXfrm>
    </dsp:sp>
    <dsp:sp modelId="{7CB14B19-B121-4602-B286-A64B2F3E0CFD}">
      <dsp:nvSpPr>
        <dsp:cNvPr id="7" name="矩形 6"/>
        <dsp:cNvSpPr/>
      </dsp:nvSpPr>
      <dsp:spPr bwMode="white">
        <a:xfrm>
          <a:off x="0" y="1313799"/>
          <a:ext cx="1950481" cy="292881"/>
        </a:xfrm>
        <a:prstGeom prst="rect">
          <a:avLst/>
        </a:prstGeom>
        <a:sp3d z="300000" contourW="19050" prstMaterial="metal">
          <a:bevelT w="88900" h="203200"/>
          <a:bevelB w="165100" h="254000"/>
        </a:sp3d>
      </dsp:spPr>
      <dsp:style>
        <a:lnRef idx="0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113792" tIns="20320" rIns="113792" bIns="2032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dk1"/>
              </a:solidFill>
            </a:rPr>
            <a:t>Less</a:t>
          </a:r>
          <a:endParaRPr lang="zh-CN" altLang="en-US" dirty="0">
            <a:solidFill>
              <a:schemeClr val="dk1"/>
            </a:solidFill>
          </a:endParaRPr>
        </a:p>
      </dsp:txBody>
      <dsp:txXfrm>
        <a:off x="0" y="1313799"/>
        <a:ext cx="1950481" cy="292881"/>
      </dsp:txXfrm>
    </dsp:sp>
    <dsp:sp modelId="{A3F94F41-A4D1-4AF8-B080-42C836A705A8}">
      <dsp:nvSpPr>
        <dsp:cNvPr id="8" name="矩形 7"/>
        <dsp:cNvSpPr/>
      </dsp:nvSpPr>
      <dsp:spPr bwMode="white">
        <a:xfrm>
          <a:off x="1950481" y="1313799"/>
          <a:ext cx="1950481" cy="292881"/>
        </a:xfrm>
        <a:prstGeom prst="rect">
          <a:avLst/>
        </a:prstGeom>
        <a:sp3d z="300000" contourW="19050" prstMaterial="metal">
          <a:bevelT w="88900" h="203200"/>
          <a:bevelB w="165100" h="254000"/>
        </a:sp3d>
      </dsp:spPr>
      <dsp:style>
        <a:lnRef idx="0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113792" tIns="20320" rIns="113792" bIns="2032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dk1"/>
              </a:solidFill>
            </a:rPr>
            <a:t>JS</a:t>
          </a:r>
          <a:r>
            <a:rPr lang="zh-CN" altLang="en-US" dirty="0" smtClean="0">
              <a:solidFill>
                <a:schemeClr val="dk1"/>
              </a:solidFill>
            </a:rPr>
            <a:t>方法重写</a:t>
          </a:r>
          <a:endParaRPr lang="zh-CN" altLang="en-US" dirty="0">
            <a:solidFill>
              <a:schemeClr val="dk1"/>
            </a:solidFill>
          </a:endParaRPr>
        </a:p>
      </dsp:txBody>
      <dsp:txXfrm>
        <a:off x="1950481" y="1313799"/>
        <a:ext cx="1950481" cy="292881"/>
      </dsp:txXfrm>
    </dsp:sp>
    <dsp:sp modelId="{0060D086-0EAA-4538-974F-111A0E9E2B7D}">
      <dsp:nvSpPr>
        <dsp:cNvPr id="9" name="上箭头标注 8"/>
        <dsp:cNvSpPr/>
      </dsp:nvSpPr>
      <dsp:spPr bwMode="white">
        <a:xfrm rot="10800000">
          <a:off x="0" y="0"/>
          <a:ext cx="3900962" cy="979536"/>
        </a:xfrm>
        <a:prstGeom prst="upArrowCallout">
          <a:avLst/>
        </a:prstGeom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lIns="78232" tIns="78232" rIns="78232" bIns="78232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/>
            <a:t>lib</a:t>
          </a:r>
          <a:endParaRPr lang="zh-CN" altLang="en-US" dirty="0"/>
        </a:p>
      </dsp:txBody>
      <dsp:txXfrm rot="10800000">
        <a:off x="0" y="0"/>
        <a:ext cx="3900962" cy="979536"/>
      </dsp:txXfrm>
    </dsp:sp>
    <dsp:sp modelId="{F521B148-1AD1-4666-8A98-62CBCB053364}">
      <dsp:nvSpPr>
        <dsp:cNvPr id="10" name="矩形 9"/>
        <dsp:cNvSpPr/>
      </dsp:nvSpPr>
      <dsp:spPr bwMode="white">
        <a:xfrm>
          <a:off x="0" y="343817"/>
          <a:ext cx="1950481" cy="292881"/>
        </a:xfrm>
        <a:prstGeom prst="rect">
          <a:avLst/>
        </a:prstGeom>
        <a:sp3d z="300000" contourW="19050" prstMaterial="metal">
          <a:bevelT w="88900" h="203200"/>
          <a:bevelB w="165100" h="254000"/>
        </a:sp3d>
      </dsp:spPr>
      <dsp:style>
        <a:lnRef idx="0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113792" tIns="20320" rIns="113792" bIns="2032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err="1" smtClean="0">
              <a:solidFill>
                <a:schemeClr val="dk1"/>
              </a:solidFill>
            </a:rPr>
            <a:t>EasyUI</a:t>
          </a:r>
          <a:endParaRPr lang="zh-CN" altLang="en-US" dirty="0">
            <a:solidFill>
              <a:schemeClr val="dk1"/>
            </a:solidFill>
          </a:endParaRPr>
        </a:p>
      </dsp:txBody>
      <dsp:txXfrm>
        <a:off x="0" y="343817"/>
        <a:ext cx="1950481" cy="292881"/>
      </dsp:txXfrm>
    </dsp:sp>
    <dsp:sp modelId="{4EC85778-CF98-488B-8D8F-A1499E5F6340}">
      <dsp:nvSpPr>
        <dsp:cNvPr id="11" name="矩形 10"/>
        <dsp:cNvSpPr/>
      </dsp:nvSpPr>
      <dsp:spPr bwMode="white">
        <a:xfrm>
          <a:off x="1950481" y="343817"/>
          <a:ext cx="1950481" cy="292881"/>
        </a:xfrm>
        <a:prstGeom prst="rect">
          <a:avLst/>
        </a:prstGeom>
        <a:sp3d z="300000" contourW="19050" prstMaterial="metal">
          <a:bevelT w="88900" h="203200"/>
          <a:bevelB w="165100" h="254000"/>
        </a:sp3d>
      </dsp:spPr>
      <dsp:style>
        <a:lnRef idx="0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113792" tIns="20320" rIns="113792" bIns="2032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dk1"/>
              </a:solidFill>
            </a:rPr>
            <a:t>相关插件</a:t>
          </a:r>
          <a:endParaRPr lang="zh-CN" altLang="en-US" dirty="0">
            <a:solidFill>
              <a:schemeClr val="dk1"/>
            </a:solidFill>
          </a:endParaRPr>
        </a:p>
      </dsp:txBody>
      <dsp:txXfrm>
        <a:off x="1950481" y="343817"/>
        <a:ext cx="1950481" cy="2928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Sty" val="noArr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stAng" val="90"/>
                              <dgm:param type="ctrShpMap" val="fNode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stAng" val="45"/>
                              <dgm:param type="spanAng" val="90"/>
                              <dgm:param type="ctrShpMap" val="fNode"/>
                            </dgm:alg>
                          </dgm:if>
                          <dgm:else name="Name68">
                            <dgm:alg type="cycle">
                              <dgm:param type="stAng" val="0"/>
                              <dgm:param type="spanAng" val="180"/>
                              <dgm:param type="ctrShpMap" val="fNode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stAng" val="315"/>
                              <dgm:param type="spanAng" val="90"/>
                              <dgm:param type="ctrShpMap" val="fNode"/>
                            </dgm:alg>
                          </dgm:if>
                          <dgm:else name="Name73">
                            <dgm:alg type="cycle">
                              <dgm:param type="stAng" val="270"/>
                              <dgm:param type="spanAng" val="180"/>
                              <dgm:param type="ctrShpMap" val="fNode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stAng" val="315"/>
                              <dgm:param type="spanAng" val="90"/>
                              <dgm:param type="ctrShpMap" val="fNode"/>
                            </dgm:alg>
                          </dgm:if>
                          <dgm:else name="Name78">
                            <dgm:alg type="cycle">
                              <dgm:param type="stAng" val="270"/>
                              <dgm:param type="spanAng" val="180"/>
                              <dgm:param type="ctrShpMap" val="fNode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stAng" val="315"/>
                              <dgm:param type="spanAng" val="90"/>
                              <dgm:param type="ctrShpMap" val="fNode"/>
                            </dgm:alg>
                          </dgm:if>
                          <dgm:else name="Name83">
                            <dgm:alg type="cycle">
                              <dgm:param type="stAng" val="292.5"/>
                              <dgm:param type="spanAng" val="135"/>
                              <dgm:param type="ctrShpMap" val="fNode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stAng" val="315"/>
                              <dgm:param type="spanAng" val="90"/>
                              <dgm:param type="ctrShpMap" val="fNode"/>
                            </dgm:alg>
                          </dgm:if>
                          <dgm:else name="Name88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stAng" val="315"/>
                              <dgm:param type="spanAng" val="90"/>
                              <dgm:param type="ctrShpMap" val="fNode"/>
                            </dgm:alg>
                          </dgm:if>
                          <dgm:else name="Name93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stAng" val="315"/>
                              <dgm:param type="spanAng" val="90"/>
                              <dgm:param type="ctrShpMap" val="fNode"/>
                            </dgm:alg>
                          </dgm:if>
                          <dgm:else name="Name98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stAng" val="270"/>
                              <dgm:param type="ctrShpMap" val="fNode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stAng" val="315"/>
                              <dgm:param type="spanAng" val="-90"/>
                              <dgm:param type="ctrShpMap" val="fNode"/>
                            </dgm:alg>
                          </dgm:if>
                          <dgm:else name="Name106">
                            <dgm:alg type="cycle">
                              <dgm:param type="stAng" val="0"/>
                              <dgm:param type="spanAng" val="-180"/>
                              <dgm:param type="ctrShpMap" val="fNode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stAng" val="45"/>
                              <dgm:param type="spanAng" val="-90"/>
                              <dgm:param type="ctrShpMap" val="fNode"/>
                            </dgm:alg>
                          </dgm:if>
                          <dgm:else name="Name111">
                            <dgm:alg type="cycle">
                              <dgm:param type="stAng" val="90"/>
                              <dgm:param type="spanAng" val="-180"/>
                              <dgm:param type="ctrShpMap" val="fNode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stAng" val="45"/>
                              <dgm:param type="spanAng" val="-90"/>
                              <dgm:param type="ctrShpMap" val="fNode"/>
                            </dgm:alg>
                          </dgm:if>
                          <dgm:else name="Name116">
                            <dgm:alg type="cycle">
                              <dgm:param type="stAng" val="90"/>
                              <dgm:param type="spanAng" val="-180"/>
                              <dgm:param type="ctrShpMap" val="fNode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stAng" val="45"/>
                              <dgm:param type="spanAng" val="-90"/>
                              <dgm:param type="ctrShpMap" val="fNode"/>
                            </dgm:alg>
                          </dgm:if>
                          <dgm:else name="Name121">
                            <dgm:alg type="cycle">
                              <dgm:param type="stAng" val="67.5"/>
                              <dgm:param type="spanAng" val="-135"/>
                              <dgm:param type="ctrShpMap" val="fNode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stAng" val="45"/>
                              <dgm:param type="spanAng" val="-90"/>
                              <dgm:param type="ctrShpMap" val="fNode"/>
                            </dgm:alg>
                          </dgm:if>
                          <dgm:else name="Name126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stAng" val="45"/>
                              <dgm:param type="spanAng" val="-90"/>
                              <dgm:param type="ctrShpMap" val="fNode"/>
                            </dgm:alg>
                          </dgm:if>
                          <dgm:else name="Name131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stAng" val="0"/>
                              <dgm:param type="ctrShpMap" val="fNode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stAng" val="45"/>
                              <dgm:param type="spanAng" val="-90"/>
                              <dgm:param type="ctrShpMap" val="fNode"/>
                            </dgm:alg>
                          </dgm:if>
                          <dgm:else name="Name136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srcNode" val="textCenter"/>
                    <dgm:param type="dstNode" val="childCenter1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stAng" val="180"/>
                              <dgm:param type="ctrShpMap" val="fNode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stAng" val="135"/>
                              <dgm:param type="spanAng" val="90"/>
                              <dgm:param type="ctrShpMap" val="fNode"/>
                            </dgm:alg>
                          </dgm:if>
                          <dgm:else name="Name155">
                            <dgm:alg type="cycle">
                              <dgm:param type="stAng" val="90"/>
                              <dgm:param type="spanAng" val="180"/>
                              <dgm:param type="ctrShpMap" val="fNode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stAng" val="120"/>
                              <dgm:param type="ctrShpMap" val="fNode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stAng" val="75"/>
                              <dgm:param type="spanAng" val="90"/>
                              <dgm:param type="ctrShpMap" val="fNode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stAng" val="30"/>
                              <dgm:param type="spanAng" val="180"/>
                              <dgm:param type="ctrShpMap" val="fNode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stAng" val="90"/>
                              <dgm:param type="ctrShpMap" val="fNode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stAng" val="45"/>
                              <dgm:param type="spanAng" val="90"/>
                              <dgm:param type="ctrShpMap" val="fNode"/>
                            </dgm:alg>
                          </dgm:if>
                          <dgm:else name="Name165">
                            <dgm:alg type="cycle">
                              <dgm:param type="stAng" val="22.5"/>
                              <dgm:param type="spanAng" val="135"/>
                              <dgm:param type="ctrShpMap" val="fNode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stAng" val="72"/>
                              <dgm:param type="ctrShpMap" val="fNode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stAng" val="27"/>
                              <dgm:param type="spanAng" val="90"/>
                              <dgm:param type="ctrShpMap" val="fNode"/>
                            </dgm:alg>
                          </dgm:if>
                          <dgm:else name="Name170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stAng" val="60"/>
                              <dgm:param type="ctrShpMap" val="fNode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stAng" val="15"/>
                              <dgm:param type="spanAng" val="90"/>
                              <dgm:param type="ctrShpMap" val="fNode"/>
                            </dgm:alg>
                          </dgm:if>
                          <dgm:else name="Name175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stAng" val="51"/>
                              <dgm:param type="ctrShpMap" val="fNode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stAng" val="6"/>
                              <dgm:param type="spanAng" val="90"/>
                              <dgm:param type="ctrShpMap" val="fNode"/>
                            </dgm:alg>
                          </dgm:if>
                          <dgm:else name="Name180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stAng" val="180"/>
                              <dgm:param type="ctrShpMap" val="fNode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stAng" val="225"/>
                              <dgm:param type="spanAng" val="-90"/>
                              <dgm:param type="ctrShpMap" val="fNode"/>
                            </dgm:alg>
                          </dgm:if>
                          <dgm:else name="Name188">
                            <dgm:alg type="cycle">
                              <dgm:param type="stAng" val="270"/>
                              <dgm:param type="spanAng" val="-180"/>
                              <dgm:param type="ctrShpMap" val="fNode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stAng" val="240"/>
                              <dgm:param type="ctrShpMap" val="fNode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stAng" val="285"/>
                              <dgm:param type="spanAng" val="-90"/>
                              <dgm:param type="ctrShpMap" val="fNode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stAng" val="330"/>
                              <dgm:param type="spanAng" val="-180"/>
                              <dgm:param type="ctrShpMap" val="fNode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stAng" val="270"/>
                              <dgm:param type="ctrShpMap" val="fNode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stAng" val="315"/>
                              <dgm:param type="spanAng" val="-90"/>
                              <dgm:param type="ctrShpMap" val="fNode"/>
                            </dgm:alg>
                          </dgm:if>
                          <dgm:else name="Name198">
                            <dgm:alg type="cycle">
                              <dgm:param type="stAng" val="337.5"/>
                              <dgm:param type="spanAng" val="-135"/>
                              <dgm:param type="ctrShpMap" val="fNode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stAng" val="288"/>
                              <dgm:param type="ctrShpMap" val="fNode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stAng" val="333"/>
                              <dgm:param type="spanAng" val="-90"/>
                              <dgm:param type="ctrShpMap" val="fNode"/>
                            </dgm:alg>
                          </dgm:if>
                          <dgm:else name="Name203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stAng" val="300"/>
                              <dgm:param type="ctrShpMap" val="fNode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stAng" val="345"/>
                              <dgm:param type="spanAng" val="-90"/>
                              <dgm:param type="ctrShpMap" val="fNode"/>
                            </dgm:alg>
                          </dgm:if>
                          <dgm:else name="Name208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stAng" val="308"/>
                              <dgm:param type="ctrShpMap" val="fNode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stAng" val="353"/>
                              <dgm:param type="spanAng" val="-90"/>
                              <dgm:param type="ctrShpMap" val="fNode"/>
                            </dgm:alg>
                          </dgm:if>
                          <dgm:else name="Name213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srcNode" val="textCenter"/>
                    <dgm:param type="dstNode" val="childCenter2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stAng" val="240"/>
                              <dgm:param type="ctrShpMap" val="fNode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stAng" val="195"/>
                              <dgm:param type="spanAng" val="90"/>
                              <dgm:param type="ctrShpMap" val="fNode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stAng" val="150"/>
                              <dgm:param type="spanAng" val="180"/>
                              <dgm:param type="ctrShpMap" val="fNode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stAng" val="180"/>
                              <dgm:param type="ctrShpMap" val="fNode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stAng" val="135"/>
                              <dgm:param type="spanAng" val="90"/>
                              <dgm:param type="ctrShpMap" val="fNode"/>
                            </dgm:alg>
                          </dgm:if>
                          <dgm:else name="Name237">
                            <dgm:alg type="cycle">
                              <dgm:param type="stAng" val="112.5"/>
                              <dgm:param type="spanAng" val="135"/>
                              <dgm:param type="ctrShpMap" val="fNode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stAng" val="144"/>
                              <dgm:param type="ctrShpMap" val="fNode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stAng" val="99"/>
                              <dgm:param type="spanAng" val="90"/>
                              <dgm:param type="ctrShpMap" val="fNode"/>
                            </dgm:alg>
                          </dgm:if>
                          <dgm:else name="Name242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stAng" val="120"/>
                              <dgm:param type="ctrShpMap" val="fNode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stAng" val="75"/>
                              <dgm:param type="spanAng" val="90"/>
                              <dgm:param type="ctrShpMap" val="fNode"/>
                            </dgm:alg>
                          </dgm:if>
                          <dgm:else name="Name247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stAng" val="102"/>
                              <dgm:param type="ctrShpMap" val="fNode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stAng" val="57"/>
                              <dgm:param type="spanAng" val="90"/>
                              <dgm:param type="ctrShpMap" val="fNode"/>
                            </dgm:alg>
                          </dgm:if>
                          <dgm:else name="Name252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stAng" val="120"/>
                              <dgm:param type="ctrShpMap" val="fNode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stAng" val="165"/>
                              <dgm:param type="spanAng" val="-90"/>
                              <dgm:param type="ctrShpMap" val="fNode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stAng" val="210"/>
                              <dgm:param type="spanAng" val="-180"/>
                              <dgm:param type="ctrShpMap" val="fNode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stAng" val="180"/>
                              <dgm:param type="ctrShpMap" val="fNode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stAng" val="225"/>
                              <dgm:param type="spanAng" val="-90"/>
                              <dgm:param type="ctrShpMap" val="fNode"/>
                            </dgm:alg>
                          </dgm:if>
                          <dgm:else name="Name265">
                            <dgm:alg type="cycle">
                              <dgm:param type="stAng" val="247.5"/>
                              <dgm:param type="spanAng" val="-135"/>
                              <dgm:param type="ctrShpMap" val="fNode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stAng" val="216"/>
                              <dgm:param type="ctrShpMap" val="fNode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stAng" val="261"/>
                              <dgm:param type="spanAng" val="-90"/>
                              <dgm:param type="ctrShpMap" val="fNode"/>
                            </dgm:alg>
                          </dgm:if>
                          <dgm:else name="Name270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stAng" val="240"/>
                              <dgm:param type="ctrShpMap" val="fNode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stAng" val="285"/>
                              <dgm:param type="spanAng" val="-90"/>
                              <dgm:param type="ctrShpMap" val="fNode"/>
                            </dgm:alg>
                          </dgm:if>
                          <dgm:else name="Name275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stAng" val="257"/>
                              <dgm:param type="ctrShpMap" val="fNode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stAng" val="302"/>
                              <dgm:param type="spanAng" val="-90"/>
                              <dgm:param type="ctrShpMap" val="fNode"/>
                            </dgm:alg>
                          </dgm:if>
                          <dgm:else name="Name280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srcNode" val="textCenter"/>
                    <dgm:param type="dstNode" val="childCenter3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stAng" val="270"/>
                              <dgm:param type="ctrShpMap" val="fNode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stAng" val="225"/>
                              <dgm:param type="spanAng" val="90"/>
                              <dgm:param type="ctrShpMap" val="fNode"/>
                            </dgm:alg>
                          </dgm:if>
                          <dgm:else name="Name299">
                            <dgm:alg type="cycle">
                              <dgm:param type="stAng" val="202.5"/>
                              <dgm:param type="spanAng" val="135"/>
                              <dgm:param type="ctrShpMap" val="fNode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stAng" val="216"/>
                              <dgm:param type="ctrShpMap" val="fNode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stAng" val="171"/>
                              <dgm:param type="spanAng" val="90"/>
                              <dgm:param type="ctrShpMap" val="fNode"/>
                            </dgm:alg>
                          </dgm:if>
                          <dgm:else name="Name304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stAng" val="180"/>
                              <dgm:param type="ctrShpMap" val="fNode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stAng" val="135"/>
                              <dgm:param type="spanAng" val="90"/>
                              <dgm:param type="ctrShpMap" val="fNode"/>
                            </dgm:alg>
                          </dgm:if>
                          <dgm:else name="Name309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stAng" val="154"/>
                              <dgm:param type="ctrShpMap" val="fNode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stAng" val="109"/>
                              <dgm:param type="spanAng" val="90"/>
                              <dgm:param type="ctrShpMap" val="fNode"/>
                            </dgm:alg>
                          </dgm:if>
                          <dgm:else name="Name314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stAng" val="90"/>
                              <dgm:param type="ctrShpMap" val="fNode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stAng" val="135"/>
                              <dgm:param type="spanAng" val="-90"/>
                              <dgm:param type="ctrShpMap" val="fNode"/>
                            </dgm:alg>
                          </dgm:if>
                          <dgm:else name="Name322">
                            <dgm:alg type="cycle">
                              <dgm:param type="stAng" val="157.5"/>
                              <dgm:param type="spanAng" val="-135"/>
                              <dgm:param type="ctrShpMap" val="fNode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stAng" val="144"/>
                              <dgm:param type="ctrShpMap" val="fNode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stAng" val="189"/>
                              <dgm:param type="spanAng" val="-90"/>
                              <dgm:param type="ctrShpMap" val="fNode"/>
                            </dgm:alg>
                          </dgm:if>
                          <dgm:else name="Name327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stAng" val="180"/>
                              <dgm:param type="ctrShpMap" val="fNode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stAng" val="225"/>
                              <dgm:param type="spanAng" val="-90"/>
                              <dgm:param type="ctrShpMap" val="fNode"/>
                            </dgm:alg>
                          </dgm:if>
                          <dgm:else name="Name332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stAng" val="205"/>
                              <dgm:param type="ctrShpMap" val="fNode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stAng" val="250"/>
                              <dgm:param type="spanAng" val="-90"/>
                              <dgm:param type="ctrShpMap" val="fNode"/>
                            </dgm:alg>
                          </dgm:if>
                          <dgm:else name="Name337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srcNode" val="textCenter"/>
                    <dgm:param type="dstNode" val="childCenter4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stAng" val="288"/>
                              <dgm:param type="ctrShpMap" val="fNode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stAng" val="243"/>
                              <dgm:param type="spanAng" val="90"/>
                              <dgm:param type="ctrShpMap" val="fNode"/>
                            </dgm:alg>
                          </dgm:if>
                          <dgm:else name="Name356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stAng" val="240"/>
                              <dgm:param type="ctrShpMap" val="fNode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stAng" val="195"/>
                              <dgm:param type="spanAng" val="90"/>
                              <dgm:param type="ctrShpMap" val="fNode"/>
                            </dgm:alg>
                          </dgm:if>
                          <dgm:else name="Name361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stAng" val="205"/>
                              <dgm:param type="ctrShpMap" val="fNode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stAng" val="160"/>
                              <dgm:param type="spanAng" val="90"/>
                              <dgm:param type="ctrShpMap" val="fNode"/>
                            </dgm:alg>
                          </dgm:if>
                          <dgm:else name="Name366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stAng" val="72"/>
                              <dgm:param type="ctrShpMap" val="fNode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stAng" val="117"/>
                              <dgm:param type="spanAng" val="-90"/>
                              <dgm:param type="ctrShpMap" val="fNode"/>
                            </dgm:alg>
                          </dgm:if>
                          <dgm:else name="Name374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stAng" val="120"/>
                              <dgm:param type="ctrShpMap" val="fNode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stAng" val="165"/>
                              <dgm:param type="spanAng" val="-90"/>
                              <dgm:param type="ctrShpMap" val="fNode"/>
                            </dgm:alg>
                          </dgm:if>
                          <dgm:else name="Name379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stAng" val="154"/>
                              <dgm:param type="ctrShpMap" val="fNode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stAng" val="199"/>
                              <dgm:param type="spanAng" val="-90"/>
                              <dgm:param type="ctrShpMap" val="fNode"/>
                            </dgm:alg>
                          </dgm:if>
                          <dgm:else name="Name384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srcNode" val="textCenter"/>
                    <dgm:param type="dstNode" val="childCenter5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stAng" val="300"/>
                              <dgm:param type="ctrShpMap" val="fNode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stAng" val="255"/>
                              <dgm:param type="spanAng" val="90"/>
                              <dgm:param type="ctrShpMap" val="fNode"/>
                            </dgm:alg>
                          </dgm:if>
                          <dgm:else name="Name403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stAng" val="257"/>
                              <dgm:param type="ctrShpMap" val="fNode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stAng" val="212"/>
                              <dgm:param type="spanAng" val="90"/>
                              <dgm:param type="ctrShpMap" val="fNode"/>
                            </dgm:alg>
                          </dgm:if>
                          <dgm:else name="Name408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stAng" val="60"/>
                              <dgm:param type="ctrShpMap" val="fNode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stAng" val="105"/>
                              <dgm:param type="spanAng" val="-90"/>
                              <dgm:param type="ctrShpMap" val="fNode"/>
                            </dgm:alg>
                          </dgm:if>
                          <dgm:else name="Name416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stAng" val="102"/>
                              <dgm:param type="ctrShpMap" val="fNode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stAng" val="147"/>
                              <dgm:param type="spanAng" val="-90"/>
                              <dgm:param type="ctrShpMap" val="fNode"/>
                            </dgm:alg>
                          </dgm:if>
                          <dgm:else name="Name421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srcNode" val="textCenter"/>
                    <dgm:param type="dstNode" val="childCenter6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stAng" val="308"/>
                              <dgm:param type="ctrShpMap" val="fNode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stAng" val="263"/>
                              <dgm:param type="spanAng" val="90"/>
                              <dgm:param type="ctrShpMap" val="fNode"/>
                            </dgm:alg>
                          </dgm:if>
                          <dgm:else name="Name440">
                            <dgm:alg type="cycle">
                              <dgm:param type="stAng" val="0"/>
                              <dgm:param type="spanAng" val="360"/>
                              <dgm:param type="ctrShpMap" val="fNode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stAng" val="51"/>
                              <dgm:param type="ctrShpMap" val="fNode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stAng" val="96"/>
                              <dgm:param type="spanAng" val="-90"/>
                              <dgm:param type="ctrShpMap" val="fNode"/>
                            </dgm:alg>
                          </dgm:if>
                          <dgm:else name="Name448">
                            <dgm:alg type="cycle">
                              <dgm:param type="stAng" val="0"/>
                              <dgm:param type="spanAng" val="-360"/>
                              <dgm:param type="ctrShpMap" val="fNode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Sty" val="noArr"/>
                          <dgm:param type="endSty" val="noArr"/>
                          <dgm:param type="begPts" val="auto"/>
                          <dgm:param type="endPts" val="auto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srcNode" val="textCenter"/>
                    <dgm:param type="dstNode" val="childCenter7"/>
                    <dgm:param type="dim" val="1D"/>
                    <dgm:param type="endSty" val="noArr"/>
                    <dgm:param type="begPts" val="auto"/>
                    <dgm:param type="endPts" val="auto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type="upArrowCallout" r:blip="" rot="180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type="upArrowCallout" r:blip="" rot="180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0B13E-C7DA-455D-A2A9-7301508769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0C28C-60FE-4F5C-BAAC-E19CEADCEC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ootcss.com/p/icheck/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ootcss.com/p/icheck/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ootcss.com/p/icheck/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面板是其他组件或元素的容器。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页签（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Tabs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）一次仅显示一个面板（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panel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），每个面板（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panel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）都有标题、图标和关闭按钮。 当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Tabs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被选中时，将显示对应的面板（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panel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）的内容。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五方布局（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layout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）提供五个区域：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east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west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north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south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center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。以下是一些通常用法：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north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区域可以用来显示网站的标语，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south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区域可以用来显示版权以及一些说明，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west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区域可以用来显示导航菜单，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east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区域可以用来显示一些推广的项目，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center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区域可以用来显示主要的内容。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链接按钮（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 Button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）是使用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&lt;a&gt;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元素来创建的，所以实际上一个链接按钮（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 Button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）就是一个显示为按钮样式的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&lt;a&gt;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元素。</a:t>
            </a:r>
            <a:endParaRPr lang="en-US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中加入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big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 同时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data-options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中加入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plain:true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可实现大图按钮功能。 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&lt;a class="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hisui-linkbutton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big" data-options="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iconCls:'icon-big-unlock',plain:true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手工解锁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&lt;/a&gt;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&lt;a class="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hisui-linkbutton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big" data-options="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iconImg:'unlock.png',plain:true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手工解锁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&lt;/a&gt;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链接按钮（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 Button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）是使用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&lt;a&gt;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元素来创建的，所以实际上一个链接按钮（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 Button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）就是一个显示为按钮样式的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&lt;a&gt;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元素。</a:t>
            </a:r>
            <a:endParaRPr lang="en-US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中加入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big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 同时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data-options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中加入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plain:true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可实现大图按钮功能。 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&lt;a class="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hisui-linkbutton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big" data-options="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iconCls:'icon-big-unlock',plain:true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手工解锁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&lt;/a&gt;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&lt;a class="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hisui-linkbutton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big" data-options="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iconImg:'unlock.png',plain:true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手工解锁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&lt;/a&gt;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基础验证框（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validatebox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）用来验证表单，在输入框上加入简单的验证 。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组合框（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combobox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）显示一个可编辑的文本框和下拉列表，用户可以从下拉列表中选择一个或多个值。用户可以直接输入文本到列表的顶部，或者从列表中选择一个或多个现成的值。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组合框（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combobox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）显示一个可编辑的文本框和下拉列表，用户可以从下拉列表中选择一个或多个值。用户可以直接输入文本到列表的顶部，或者从列表中选择一个或多个现成的值。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checkbox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选择框，源来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Bootstrap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iCheck插件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。点击勾选，常用于多项选择。如：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checkbox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选择框，源来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Bootstrap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iCheck插件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。点击勾选，常用于多项选择。如：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Radio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单选框，源来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Bootstrap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iCheck插件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。点击勾选，常用于多选一的业务场景。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数据网格（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datagrid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）的列信息是定义在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thead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标记中，数据是定义在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tbody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标记中，确保为所有的数据列设置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field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名称。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数据网格（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datagrid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）的列信息是定义在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thead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标记中，数据是定义在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tbody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标记中，确保为所有的数据列设置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field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名称。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数据网格（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datagrid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）的列信息是定义在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thead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标记中，数据是定义在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tbody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标记中，确保为所有的数据列设置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field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名称。</a:t>
            </a:r>
            <a:endParaRPr lang="zh-CN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dirty="0" smtClean="0"/>
              <a:t>	</a:t>
            </a:r>
            <a:r>
              <a:rPr lang="en-US" altLang="zh-CN" dirty="0" err="1" smtClean="0"/>
              <a:t>var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gencolumns</a:t>
            </a:r>
            <a:r>
              <a:rPr lang="en-US" altLang="zh-CN" dirty="0" smtClean="0"/>
              <a:t> =[[  </a:t>
            </a:r>
            <a:endParaRPr lang="zh-CN" altLang="zh-CN" dirty="0" smtClean="0"/>
          </a:p>
          <a:p>
            <a:r>
              <a:rPr lang="en-US" altLang="zh-CN" dirty="0" smtClean="0"/>
              <a:t>				  {</a:t>
            </a:r>
            <a:r>
              <a:rPr lang="en-US" altLang="zh-CN" dirty="0" err="1" smtClean="0"/>
              <a:t>field:'PHINSTText',title</a:t>
            </a:r>
            <a:r>
              <a:rPr lang="en-US" altLang="zh-CN" dirty="0" smtClean="0"/>
              <a:t>:'</a:t>
            </a:r>
            <a:r>
              <a:rPr lang="zh-CN" altLang="zh-CN" dirty="0" smtClean="0"/>
              <a:t>描述</a:t>
            </a:r>
            <a:r>
              <a:rPr lang="en-US" altLang="zh-CN" dirty="0" smtClean="0"/>
              <a:t>',width:260},</a:t>
            </a:r>
            <a:endParaRPr lang="zh-CN" altLang="zh-CN" dirty="0" smtClean="0"/>
          </a:p>
          <a:p>
            <a:r>
              <a:rPr lang="en-US" altLang="zh-CN" dirty="0" smtClean="0"/>
              <a:t>				  {field:'PHINSTRowId',title:'PHINSTRowId',width:30,hidden:true}</a:t>
            </a:r>
            <a:endParaRPr lang="zh-CN" altLang="zh-CN" dirty="0" smtClean="0"/>
          </a:p>
          <a:p>
            <a:r>
              <a:rPr lang="en-US" altLang="zh-CN" dirty="0" smtClean="0"/>
              <a:t>				  ]];</a:t>
            </a:r>
            <a:endParaRPr lang="zh-CN" altLang="zh-CN" dirty="0" smtClean="0"/>
          </a:p>
          <a:p>
            <a:r>
              <a:rPr lang="en-US" altLang="zh-CN" dirty="0" smtClean="0"/>
              <a:t> </a:t>
            </a:r>
            <a:endParaRPr lang="zh-CN" altLang="zh-CN" dirty="0" smtClean="0"/>
          </a:p>
          <a:p>
            <a:r>
              <a:rPr lang="en-US" altLang="zh-CN" dirty="0" smtClean="0"/>
              <a:t>	$('#</a:t>
            </a:r>
            <a:r>
              <a:rPr lang="en-US" altLang="zh-CN" dirty="0" err="1" smtClean="0"/>
              <a:t>mygrid</a:t>
            </a:r>
            <a:r>
              <a:rPr lang="en-US" altLang="zh-CN" dirty="0" smtClean="0"/>
              <a:t>').</a:t>
            </a:r>
            <a:r>
              <a:rPr lang="en-US" altLang="zh-CN" dirty="0" err="1" smtClean="0"/>
              <a:t>datagrid</a:t>
            </a:r>
            <a:r>
              <a:rPr lang="en-US" altLang="zh-CN" dirty="0" smtClean="0"/>
              <a:t>({ </a:t>
            </a:r>
            <a:endParaRPr lang="zh-CN" altLang="zh-CN" dirty="0" smtClean="0"/>
          </a:p>
          <a:p>
            <a:r>
              <a:rPr lang="en-US" altLang="zh-CN" dirty="0" smtClean="0"/>
              <a:t>		width:'100%',</a:t>
            </a:r>
            <a:endParaRPr lang="zh-CN" altLang="zh-CN" dirty="0" smtClean="0"/>
          </a:p>
          <a:p>
            <a:r>
              <a:rPr lang="en-US" altLang="zh-CN" dirty="0" smtClean="0"/>
              <a:t>		height:'100%', </a:t>
            </a:r>
            <a:endParaRPr lang="zh-CN" altLang="zh-CN" dirty="0" smtClean="0"/>
          </a:p>
          <a:p>
            <a:r>
              <a:rPr lang="en-US" altLang="zh-CN" dirty="0" smtClean="0"/>
              <a:t>		//</a:t>
            </a:r>
            <a:r>
              <a:rPr lang="en-US" altLang="zh-CN" dirty="0" err="1" smtClean="0"/>
              <a:t>toolbar:'#mytbar</a:t>
            </a:r>
            <a:r>
              <a:rPr lang="en-US" altLang="zh-CN" dirty="0" smtClean="0"/>
              <a:t>',</a:t>
            </a:r>
            <a:endParaRPr lang="zh-CN" altLang="zh-CN" dirty="0" smtClean="0"/>
          </a:p>
          <a:p>
            <a:r>
              <a:rPr lang="en-US" altLang="zh-CN" dirty="0" smtClean="0"/>
              <a:t>		//pagination: true,   //pagination	</a:t>
            </a:r>
            <a:r>
              <a:rPr lang="en-US" altLang="zh-CN" dirty="0" err="1" smtClean="0"/>
              <a:t>boolean</a:t>
            </a:r>
            <a:r>
              <a:rPr lang="en-US" altLang="zh-CN" dirty="0" smtClean="0"/>
              <a:t>	</a:t>
            </a:r>
            <a:r>
              <a:rPr lang="zh-CN" altLang="zh-CN" dirty="0" smtClean="0"/>
              <a:t>设置为</a:t>
            </a:r>
            <a:r>
              <a:rPr lang="en-US" altLang="zh-CN" dirty="0" smtClean="0"/>
              <a:t> true</a:t>
            </a:r>
            <a:r>
              <a:rPr lang="zh-CN" altLang="zh-CN" dirty="0" smtClean="0"/>
              <a:t>，则在数据网格（</a:t>
            </a:r>
            <a:r>
              <a:rPr lang="en-US" altLang="zh-CN" dirty="0" err="1" smtClean="0"/>
              <a:t>datagrid</a:t>
            </a:r>
            <a:r>
              <a:rPr lang="zh-CN" altLang="zh-CN" dirty="0" smtClean="0"/>
              <a:t>）底部显示分页工具栏。</a:t>
            </a:r>
            <a:endParaRPr lang="zh-CN" altLang="zh-CN" dirty="0" smtClean="0"/>
          </a:p>
          <a:p>
            <a:r>
              <a:rPr lang="en-US" altLang="zh-CN" dirty="0" smtClean="0"/>
              <a:t>		pageSize:20,</a:t>
            </a:r>
            <a:endParaRPr lang="zh-CN" altLang="zh-CN" dirty="0" smtClean="0"/>
          </a:p>
          <a:p>
            <a:r>
              <a:rPr lang="en-US" altLang="zh-CN" dirty="0" smtClean="0"/>
              <a:t>		</a:t>
            </a:r>
            <a:r>
              <a:rPr lang="en-US" altLang="zh-CN" dirty="0" err="1" smtClean="0"/>
              <a:t>pageList</a:t>
            </a:r>
            <a:r>
              <a:rPr lang="en-US" altLang="zh-CN" dirty="0" smtClean="0"/>
              <a:t>:[5,10,15,20,25,30,50,75,100,200,300,500,1000], </a:t>
            </a:r>
            <a:endParaRPr lang="zh-CN" altLang="zh-CN" dirty="0" smtClean="0"/>
          </a:p>
          <a:p>
            <a:r>
              <a:rPr lang="en-US" altLang="zh-CN" dirty="0" smtClean="0"/>
              <a:t>		</a:t>
            </a:r>
            <a:r>
              <a:rPr lang="en-US" altLang="zh-CN" dirty="0" err="1" smtClean="0"/>
              <a:t>fitColumns</a:t>
            </a:r>
            <a:r>
              <a:rPr lang="en-US" altLang="zh-CN" dirty="0" smtClean="0"/>
              <a:t>: true,  //</a:t>
            </a:r>
            <a:r>
              <a:rPr lang="en-US" altLang="zh-CN" dirty="0" err="1" smtClean="0"/>
              <a:t>fitColumns</a:t>
            </a:r>
            <a:r>
              <a:rPr lang="en-US" altLang="zh-CN" dirty="0" smtClean="0"/>
              <a:t>	</a:t>
            </a:r>
            <a:r>
              <a:rPr lang="en-US" altLang="zh-CN" dirty="0" err="1" smtClean="0"/>
              <a:t>boolean</a:t>
            </a:r>
            <a:r>
              <a:rPr lang="en-US" altLang="zh-CN" dirty="0" smtClean="0"/>
              <a:t>	</a:t>
            </a:r>
            <a:r>
              <a:rPr lang="zh-CN" altLang="zh-CN" dirty="0" smtClean="0"/>
              <a:t>设置为</a:t>
            </a:r>
            <a:r>
              <a:rPr lang="en-US" altLang="zh-CN" dirty="0" smtClean="0"/>
              <a:t> true</a:t>
            </a:r>
            <a:r>
              <a:rPr lang="zh-CN" altLang="zh-CN" dirty="0" smtClean="0"/>
              <a:t>，则会自动扩大或缩小列的尺寸以适应网格的宽度并且防止水平滚动。</a:t>
            </a:r>
            <a:endParaRPr lang="zh-CN" altLang="zh-CN" dirty="0" smtClean="0"/>
          </a:p>
          <a:p>
            <a:r>
              <a:rPr lang="en-US" altLang="zh-CN" dirty="0" smtClean="0"/>
              <a:t>		</a:t>
            </a:r>
            <a:r>
              <a:rPr lang="en-US" altLang="zh-CN" dirty="0" err="1" smtClean="0"/>
              <a:t>loadMsg</a:t>
            </a:r>
            <a:r>
              <a:rPr lang="en-US" altLang="zh-CN" dirty="0" smtClean="0"/>
              <a:t>:'</a:t>
            </a:r>
            <a:r>
              <a:rPr lang="zh-CN" altLang="zh-CN" dirty="0" smtClean="0"/>
              <a:t>数据装载中</a:t>
            </a:r>
            <a:r>
              <a:rPr lang="en-US" altLang="zh-CN" dirty="0" smtClean="0"/>
              <a:t>......',</a:t>
            </a:r>
            <a:endParaRPr lang="zh-CN" altLang="zh-CN" dirty="0" smtClean="0"/>
          </a:p>
          <a:p>
            <a:r>
              <a:rPr lang="en-US" altLang="zh-CN" dirty="0" smtClean="0"/>
              <a:t>		</a:t>
            </a:r>
            <a:r>
              <a:rPr lang="en-US" altLang="zh-CN" dirty="0" err="1" smtClean="0"/>
              <a:t>autoRowHeight</a:t>
            </a:r>
            <a:r>
              <a:rPr lang="en-US" altLang="zh-CN" dirty="0" smtClean="0"/>
              <a:t>: true,</a:t>
            </a:r>
            <a:endParaRPr lang="zh-CN" altLang="zh-CN" dirty="0" smtClean="0"/>
          </a:p>
          <a:p>
            <a:r>
              <a:rPr lang="en-US" altLang="zh-CN" dirty="0" smtClean="0"/>
              <a:t> </a:t>
            </a:r>
            <a:endParaRPr lang="zh-CN" altLang="zh-CN" dirty="0" smtClean="0"/>
          </a:p>
          <a:p>
            <a:r>
              <a:rPr lang="en-US" altLang="zh-CN" dirty="0" smtClean="0"/>
              <a:t>		url:$URL,</a:t>
            </a:r>
            <a:endParaRPr lang="zh-CN" altLang="zh-CN" dirty="0" smtClean="0"/>
          </a:p>
          <a:p>
            <a:r>
              <a:rPr lang="en-US" altLang="zh-CN" dirty="0" smtClean="0"/>
              <a:t>		</a:t>
            </a:r>
            <a:r>
              <a:rPr lang="en-US" altLang="zh-CN" dirty="0" err="1" smtClean="0"/>
              <a:t>queryParams</a:t>
            </a:r>
            <a:r>
              <a:rPr lang="en-US" altLang="zh-CN" dirty="0" smtClean="0"/>
              <a:t>:{</a:t>
            </a:r>
            <a:endParaRPr lang="zh-CN" altLang="zh-CN" dirty="0" smtClean="0"/>
          </a:p>
          <a:p>
            <a:r>
              <a:rPr lang="en-US" altLang="zh-CN" dirty="0" smtClean="0"/>
              <a:t>			</a:t>
            </a:r>
            <a:r>
              <a:rPr lang="en-US" altLang="zh-CN" dirty="0" err="1" smtClean="0"/>
              <a:t>ClassName:"web.DHCBL.KB.DHCPHDrugDiseaseI</a:t>
            </a:r>
            <a:r>
              <a:rPr lang="en-US" altLang="zh-CN" dirty="0" smtClean="0"/>
              <a:t>",</a:t>
            </a:r>
            <a:endParaRPr lang="zh-CN" altLang="zh-CN" dirty="0" smtClean="0"/>
          </a:p>
          <a:p>
            <a:r>
              <a:rPr lang="en-US" altLang="zh-CN" dirty="0" smtClean="0"/>
              <a:t>			</a:t>
            </a:r>
            <a:r>
              <a:rPr lang="en-US" altLang="zh-CN" dirty="0" err="1" smtClean="0"/>
              <a:t>QueryName:"GetList</a:t>
            </a:r>
            <a:r>
              <a:rPr lang="en-US" altLang="zh-CN" dirty="0" smtClean="0"/>
              <a:t>",</a:t>
            </a:r>
            <a:endParaRPr lang="zh-CN" altLang="zh-CN" dirty="0" smtClean="0"/>
          </a:p>
          <a:p>
            <a:r>
              <a:rPr lang="en-US" altLang="zh-CN" dirty="0" smtClean="0"/>
              <a:t>			</a:t>
            </a:r>
            <a:r>
              <a:rPr lang="en-US" altLang="zh-CN" dirty="0" err="1" smtClean="0"/>
              <a:t>TypeDr</a:t>
            </a:r>
            <a:r>
              <a:rPr lang="en-US" altLang="zh-CN" dirty="0" smtClean="0"/>
              <a:t> : "",</a:t>
            </a:r>
            <a:endParaRPr lang="zh-CN" altLang="zh-CN" dirty="0" smtClean="0"/>
          </a:p>
          <a:p>
            <a:r>
              <a:rPr lang="en-US" altLang="zh-CN" dirty="0" smtClean="0"/>
              <a:t>			</a:t>
            </a:r>
            <a:r>
              <a:rPr lang="en-US" altLang="zh-CN" dirty="0" err="1" smtClean="0"/>
              <a:t>GenDr</a:t>
            </a:r>
            <a:r>
              <a:rPr lang="en-US" altLang="zh-CN" dirty="0" smtClean="0"/>
              <a:t>: </a:t>
            </a:r>
            <a:r>
              <a:rPr lang="en-US" altLang="zh-CN" dirty="0" err="1" smtClean="0"/>
              <a:t>GenDr</a:t>
            </a:r>
            <a:r>
              <a:rPr lang="en-US" altLang="zh-CN" dirty="0" smtClean="0"/>
              <a:t>,</a:t>
            </a:r>
            <a:endParaRPr lang="zh-CN" altLang="zh-CN" dirty="0" smtClean="0"/>
          </a:p>
          <a:p>
            <a:r>
              <a:rPr lang="en-US" altLang="zh-CN" dirty="0" smtClean="0"/>
              <a:t>			</a:t>
            </a:r>
            <a:r>
              <a:rPr lang="en-US" altLang="zh-CN" dirty="0" err="1" smtClean="0"/>
              <a:t>PointerType:PointerType</a:t>
            </a:r>
            <a:r>
              <a:rPr lang="en-US" altLang="zh-CN" dirty="0" smtClean="0"/>
              <a:t>,</a:t>
            </a:r>
            <a:endParaRPr lang="zh-CN" altLang="zh-CN" dirty="0" smtClean="0"/>
          </a:p>
          <a:p>
            <a:r>
              <a:rPr lang="en-US" altLang="zh-CN" dirty="0" smtClean="0"/>
              <a:t>			</a:t>
            </a:r>
            <a:r>
              <a:rPr lang="en-US" altLang="zh-CN" dirty="0" err="1" smtClean="0"/>
              <a:t>PointerDr:PointerDr</a:t>
            </a:r>
            <a:endParaRPr lang="zh-CN" altLang="zh-CN" dirty="0" smtClean="0"/>
          </a:p>
          <a:p>
            <a:r>
              <a:rPr lang="en-US" altLang="zh-CN" dirty="0" smtClean="0"/>
              <a:t>		},</a:t>
            </a:r>
            <a:endParaRPr lang="zh-CN" altLang="zh-CN" dirty="0" smtClean="0"/>
          </a:p>
          <a:p>
            <a:r>
              <a:rPr lang="en-US" altLang="zh-CN" dirty="0" smtClean="0"/>
              <a:t>		</a:t>
            </a:r>
            <a:r>
              <a:rPr lang="en-US" altLang="zh-CN" dirty="0" err="1" smtClean="0"/>
              <a:t>singleSelect:true</a:t>
            </a:r>
            <a:r>
              <a:rPr lang="en-US" altLang="zh-CN" dirty="0" smtClean="0"/>
              <a:t>,</a:t>
            </a:r>
            <a:endParaRPr lang="zh-CN" altLang="zh-CN" dirty="0" smtClean="0"/>
          </a:p>
          <a:p>
            <a:r>
              <a:rPr lang="en-US" altLang="zh-CN" dirty="0" smtClean="0"/>
              <a:t>		</a:t>
            </a:r>
            <a:r>
              <a:rPr lang="en-US" altLang="zh-CN" dirty="0" err="1" smtClean="0"/>
              <a:t>idField:'PHINSTRowId</a:t>
            </a:r>
            <a:r>
              <a:rPr lang="en-US" altLang="zh-CN" dirty="0" smtClean="0"/>
              <a:t>', </a:t>
            </a:r>
            <a:endParaRPr lang="zh-CN" altLang="zh-CN" dirty="0" smtClean="0"/>
          </a:p>
          <a:p>
            <a:r>
              <a:rPr lang="en-US" altLang="zh-CN" dirty="0" smtClean="0"/>
              <a:t>		</a:t>
            </a:r>
            <a:r>
              <a:rPr lang="en-US" altLang="zh-CN" dirty="0" err="1" smtClean="0"/>
              <a:t>rownumbers:true</a:t>
            </a:r>
            <a:r>
              <a:rPr lang="en-US" altLang="zh-CN" dirty="0" smtClean="0"/>
              <a:t>,</a:t>
            </a:r>
            <a:endParaRPr lang="zh-CN" altLang="zh-CN" dirty="0" smtClean="0"/>
          </a:p>
          <a:p>
            <a:r>
              <a:rPr lang="en-US" altLang="zh-CN" dirty="0" smtClean="0"/>
              <a:t>		</a:t>
            </a:r>
            <a:r>
              <a:rPr lang="en-US" altLang="zh-CN" dirty="0" err="1" smtClean="0"/>
              <a:t>fit:true</a:t>
            </a:r>
            <a:r>
              <a:rPr lang="en-US" altLang="zh-CN" dirty="0" smtClean="0"/>
              <a:t>,</a:t>
            </a:r>
            <a:endParaRPr lang="zh-CN" altLang="zh-CN" dirty="0" smtClean="0"/>
          </a:p>
          <a:p>
            <a:r>
              <a:rPr lang="en-US" altLang="zh-CN" dirty="0" smtClean="0"/>
              <a:t>		</a:t>
            </a:r>
            <a:r>
              <a:rPr lang="en-US" altLang="zh-CN" dirty="0" err="1" smtClean="0"/>
              <a:t>remoteSort:false</a:t>
            </a:r>
            <a:r>
              <a:rPr lang="en-US" altLang="zh-CN" dirty="0" smtClean="0"/>
              <a:t>,</a:t>
            </a:r>
            <a:endParaRPr lang="zh-CN" altLang="zh-CN" dirty="0" smtClean="0"/>
          </a:p>
          <a:p>
            <a:r>
              <a:rPr lang="en-US" altLang="zh-CN" dirty="0" smtClean="0"/>
              <a:t>		</a:t>
            </a:r>
            <a:r>
              <a:rPr lang="en-US" altLang="zh-CN" dirty="0" err="1" smtClean="0"/>
              <a:t>columns:gencolumns</a:t>
            </a:r>
            <a:r>
              <a:rPr lang="en-US" altLang="zh-CN" dirty="0" smtClean="0"/>
              <a:t>,</a:t>
            </a:r>
            <a:endParaRPr lang="zh-CN" altLang="zh-CN" dirty="0" smtClean="0"/>
          </a:p>
          <a:p>
            <a:r>
              <a:rPr lang="en-US" altLang="zh-CN" dirty="0" err="1" smtClean="0"/>
              <a:t>onClickRow</a:t>
            </a:r>
            <a:r>
              <a:rPr lang="en-US" altLang="zh-CN" dirty="0" smtClean="0"/>
              <a:t>: </a:t>
            </a:r>
            <a:r>
              <a:rPr lang="en-US" altLang="zh-CN" dirty="0" err="1" smtClean="0"/>
              <a:t>ClickMyGrid</a:t>
            </a:r>
            <a:endParaRPr lang="zh-CN" altLang="zh-CN" dirty="0" smtClean="0"/>
          </a:p>
          <a:p>
            <a:r>
              <a:rPr lang="en-US" altLang="zh-CN" dirty="0" smtClean="0"/>
              <a:t>	});</a:t>
            </a:r>
            <a:endParaRPr lang="zh-CN" altLang="zh-CN" dirty="0" smtClean="0"/>
          </a:p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默认有四个工具：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collapsible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minimizable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maximizable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closable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。如：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是一个特殊的窗口（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window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），可以包含在顶部的工具栏和在底部的按钮。默认情况下，对话框（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Dialog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）不能改变大小，但是用户可以设置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resizable 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属性为</a:t>
            </a:r>
            <a:r>
              <a:rPr lang="en-US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true</a:t>
            </a:r>
            <a:r>
              <a:rPr lang="zh-CN" altLang="zh-CN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，使其可以改变大小。</a:t>
            </a: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F111C-4D30-4D44-B477-611B36C2B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845" y="245866"/>
            <a:ext cx="2010847" cy="3929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6" y="6586062"/>
            <a:ext cx="2870611" cy="191374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59492" y="716573"/>
            <a:ext cx="11615351" cy="0"/>
          </a:xfrm>
          <a:prstGeom prst="line">
            <a:avLst/>
          </a:prstGeom>
          <a:ln>
            <a:solidFill>
              <a:srgbClr val="E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380308" y="638831"/>
            <a:ext cx="2133218" cy="87681"/>
          </a:xfrm>
          <a:prstGeom prst="rect">
            <a:avLst/>
          </a:prstGeom>
          <a:solidFill>
            <a:srgbClr val="E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26"/>
          <p:cNvSpPr txBox="1"/>
          <p:nvPr userDrawn="1"/>
        </p:nvSpPr>
        <p:spPr>
          <a:xfrm>
            <a:off x="-671068" y="0"/>
            <a:ext cx="606425" cy="527050"/>
          </a:xfrm>
          <a:prstGeom prst="rect">
            <a:avLst/>
          </a:prstGeom>
          <a:solidFill>
            <a:srgbClr val="E66666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公司色调</a:t>
            </a:r>
            <a:endParaRPr lang="zh-CN" altLang="en-US" dirty="0"/>
          </a:p>
        </p:txBody>
      </p:sp>
      <p:sp>
        <p:nvSpPr>
          <p:cNvPr id="11" name="文本占位符 26"/>
          <p:cNvSpPr txBox="1"/>
          <p:nvPr userDrawn="1"/>
        </p:nvSpPr>
        <p:spPr>
          <a:xfrm>
            <a:off x="-671068" y="542819"/>
            <a:ext cx="606425" cy="5270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标题字体色调</a:t>
            </a:r>
            <a:endParaRPr lang="zh-CN" altLang="en-US" dirty="0"/>
          </a:p>
        </p:txBody>
      </p:sp>
      <p:sp>
        <p:nvSpPr>
          <p:cNvPr id="12" name="文本占位符 26"/>
          <p:cNvSpPr txBox="1"/>
          <p:nvPr userDrawn="1"/>
        </p:nvSpPr>
        <p:spPr>
          <a:xfrm>
            <a:off x="-671068" y="1085638"/>
            <a:ext cx="606425" cy="5270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正文字体色调</a:t>
            </a:r>
            <a:endParaRPr lang="zh-CN" altLang="en-US" dirty="0"/>
          </a:p>
        </p:txBody>
      </p:sp>
      <p:sp>
        <p:nvSpPr>
          <p:cNvPr id="13" name="文本占位符 26"/>
          <p:cNvSpPr txBox="1"/>
          <p:nvPr userDrawn="1"/>
        </p:nvSpPr>
        <p:spPr>
          <a:xfrm>
            <a:off x="-667894" y="2533385"/>
            <a:ext cx="606425" cy="527050"/>
          </a:xfrm>
          <a:prstGeom prst="rect">
            <a:avLst/>
          </a:prstGeom>
          <a:solidFill>
            <a:srgbClr val="FF6565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15" name="文本占位符 26"/>
          <p:cNvSpPr txBox="1"/>
          <p:nvPr userDrawn="1"/>
        </p:nvSpPr>
        <p:spPr>
          <a:xfrm>
            <a:off x="-667895" y="3068800"/>
            <a:ext cx="606425" cy="527050"/>
          </a:xfrm>
          <a:prstGeom prst="rect">
            <a:avLst/>
          </a:prstGeom>
          <a:solidFill>
            <a:srgbClr val="FFC000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2</a:t>
            </a:r>
            <a:endParaRPr lang="zh-CN" altLang="en-US" dirty="0"/>
          </a:p>
        </p:txBody>
      </p:sp>
      <p:sp>
        <p:nvSpPr>
          <p:cNvPr id="16" name="文本占位符 26"/>
          <p:cNvSpPr txBox="1"/>
          <p:nvPr userDrawn="1"/>
        </p:nvSpPr>
        <p:spPr>
          <a:xfrm>
            <a:off x="-667894" y="4715565"/>
            <a:ext cx="606425" cy="527050"/>
          </a:xfrm>
          <a:prstGeom prst="rect">
            <a:avLst/>
          </a:prstGeom>
          <a:solidFill>
            <a:srgbClr val="7F6E96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3</a:t>
            </a:r>
            <a:endParaRPr lang="zh-CN" altLang="en-US" dirty="0"/>
          </a:p>
        </p:txBody>
      </p:sp>
      <p:sp>
        <p:nvSpPr>
          <p:cNvPr id="17" name="文本占位符 26"/>
          <p:cNvSpPr txBox="1"/>
          <p:nvPr userDrawn="1"/>
        </p:nvSpPr>
        <p:spPr>
          <a:xfrm>
            <a:off x="-667894" y="4159043"/>
            <a:ext cx="606425" cy="527050"/>
          </a:xfrm>
          <a:prstGeom prst="rect">
            <a:avLst/>
          </a:prstGeom>
          <a:solidFill>
            <a:srgbClr val="00B0F0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4</a:t>
            </a:r>
            <a:endParaRPr lang="zh-CN" altLang="en-US" dirty="0"/>
          </a:p>
        </p:txBody>
      </p:sp>
      <p:sp>
        <p:nvSpPr>
          <p:cNvPr id="18" name="文本占位符 26"/>
          <p:cNvSpPr txBox="1"/>
          <p:nvPr userDrawn="1"/>
        </p:nvSpPr>
        <p:spPr>
          <a:xfrm>
            <a:off x="-667894" y="5272087"/>
            <a:ext cx="606425" cy="5270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5</a:t>
            </a:r>
            <a:endParaRPr lang="zh-CN" altLang="en-US" dirty="0"/>
          </a:p>
        </p:txBody>
      </p:sp>
      <p:sp>
        <p:nvSpPr>
          <p:cNvPr id="19" name="文本占位符 26"/>
          <p:cNvSpPr txBox="1"/>
          <p:nvPr userDrawn="1"/>
        </p:nvSpPr>
        <p:spPr>
          <a:xfrm>
            <a:off x="-667894" y="3612795"/>
            <a:ext cx="606425" cy="527050"/>
          </a:xfrm>
          <a:prstGeom prst="rect">
            <a:avLst/>
          </a:prstGeom>
          <a:solidFill>
            <a:srgbClr val="00BA89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6</a:t>
            </a:r>
            <a:endParaRPr lang="zh-CN" altLang="en-US" dirty="0"/>
          </a:p>
        </p:txBody>
      </p:sp>
      <p:sp>
        <p:nvSpPr>
          <p:cNvPr id="20" name="文本占位符 26"/>
          <p:cNvSpPr txBox="1"/>
          <p:nvPr userDrawn="1"/>
        </p:nvSpPr>
        <p:spPr>
          <a:xfrm>
            <a:off x="-671068" y="1628457"/>
            <a:ext cx="606425" cy="527050"/>
          </a:xfrm>
          <a:prstGeom prst="rect">
            <a:avLst/>
          </a:prstGeom>
          <a:solidFill>
            <a:srgbClr val="EBF3FA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正文背景辅助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8" grpId="3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6.png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3.xml"/><Relationship Id="rId8" Type="http://schemas.openxmlformats.org/officeDocument/2006/relationships/diagramQuickStyle" Target="../diagrams/quickStyle3.xml"/><Relationship Id="rId7" Type="http://schemas.openxmlformats.org/officeDocument/2006/relationships/diagramLayout" Target="../diagrams/layout3.xml"/><Relationship Id="rId6" Type="http://schemas.openxmlformats.org/officeDocument/2006/relationships/diagramData" Target="../diagrams/data3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1" Type="http://schemas.openxmlformats.org/officeDocument/2006/relationships/slideLayout" Target="../slideLayouts/slideLayout7.xml"/><Relationship Id="rId10" Type="http://schemas.microsoft.com/office/2007/relationships/diagramDrawing" Target="../diagrams/drawing3.xml"/><Relationship Id="rId1" Type="http://schemas.openxmlformats.org/officeDocument/2006/relationships/diagramData" Target="../diagrams/data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1" Type="http://schemas.openxmlformats.org/officeDocument/2006/relationships/hyperlink" Target="http://47.104.7.114/hisui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://47.104.7.114/hisui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4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4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1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1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1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1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1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1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1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1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1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1.jpe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jpe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4.jpe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1" Type="http://schemas.openxmlformats.org/officeDocument/2006/relationships/image" Target="../media/image86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9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2219538" y="2047608"/>
            <a:ext cx="7793037" cy="1459866"/>
          </a:xfrm>
        </p:spPr>
        <p:txBody>
          <a:bodyPr rtlCol="0">
            <a:noAutofit/>
          </a:bodyPr>
          <a:lstStyle/>
          <a:p>
            <a:pPr defTabSz="815975">
              <a:spcBef>
                <a:spcPts val="600"/>
              </a:spcBef>
              <a:defRPr/>
            </a:pPr>
            <a:r>
              <a:rPr lang="zh-CN" altLang="en-US" sz="3200" kern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新员工入职培训</a:t>
            </a:r>
            <a:br>
              <a:rPr lang="en-US" altLang="zh-CN" sz="32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zh-CN" altLang="en-US" sz="32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br>
              <a:rPr lang="en-US" altLang="zh-CN" sz="32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sz="3200" kern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Caché</a:t>
            </a:r>
            <a:r>
              <a:rPr lang="zh-CN" altLang="en-US" sz="3200" kern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数据库开发技术培训</a:t>
            </a:r>
            <a:endParaRPr lang="zh-CN" altLang="en-US" sz="3200" kern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142" y="6538620"/>
            <a:ext cx="10791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2018/07/11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Text Box 5"/>
          <p:cNvSpPr>
            <a:spLocks noChangeArrowheads="1"/>
          </p:cNvSpPr>
          <p:nvPr/>
        </p:nvSpPr>
        <p:spPr bwMode="auto">
          <a:xfrm>
            <a:off x="10187257" y="6489192"/>
            <a:ext cx="1980029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633220"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15975" indent="-358775" defTabSz="163322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633855" indent="-719455" defTabSz="1633220">
              <a:spcBef>
                <a:spcPct val="2000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2451100" indent="-1079500" defTabSz="163322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3267075" indent="-1438275" defTabSz="163322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7242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41814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46386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50958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东华医为科技有限公司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" name="矩形: 圆角 4"/>
          <p:cNvSpPr/>
          <p:nvPr/>
        </p:nvSpPr>
        <p:spPr bwMode="auto">
          <a:xfrm>
            <a:off x="2996903" y="1401037"/>
            <a:ext cx="1800225" cy="22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: 圆角 7"/>
          <p:cNvSpPr/>
          <p:nvPr/>
        </p:nvSpPr>
        <p:spPr bwMode="auto">
          <a:xfrm>
            <a:off x="2996903" y="1401037"/>
            <a:ext cx="17462" cy="5762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矩形: 圆角 21"/>
          <p:cNvSpPr/>
          <p:nvPr/>
        </p:nvSpPr>
        <p:spPr bwMode="auto">
          <a:xfrm rot="10800000">
            <a:off x="7102053" y="3916622"/>
            <a:ext cx="1800225" cy="22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矩形: 圆角 22"/>
          <p:cNvSpPr/>
          <p:nvPr/>
        </p:nvSpPr>
        <p:spPr bwMode="auto">
          <a:xfrm rot="10800000">
            <a:off x="8879417" y="3341947"/>
            <a:ext cx="17462" cy="5762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45625" y="4031243"/>
            <a:ext cx="32308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东华医为科技有限公司    孙凤超</a:t>
            </a:r>
            <a:r>
              <a: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r">
              <a:defRPr/>
            </a:pP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</a:t>
            </a:r>
            <a:endParaRPr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目录</a:t>
            </a:r>
            <a:r>
              <a:rPr lang="en-US" altLang="zh-CN" dirty="0">
                <a:sym typeface="+mn-ea"/>
              </a:rPr>
              <a:t>|  </a:t>
            </a:r>
            <a:r>
              <a:rPr lang="zh-CN" altLang="en-US" dirty="0">
                <a:sym typeface="+mn-ea"/>
              </a:rPr>
              <a:t>第五天课表安排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028698" y="1360190"/>
          <a:ext cx="10120747" cy="45817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7914"/>
                <a:gridCol w="604591"/>
                <a:gridCol w="853561"/>
                <a:gridCol w="1153391"/>
                <a:gridCol w="1246909"/>
                <a:gridCol w="1434465"/>
                <a:gridCol w="1269539"/>
                <a:gridCol w="3260377"/>
              </a:tblGrid>
              <a:tr h="284949"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/>
                        <a:t>章节安排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hMerge="1">
                  <a:tcPr/>
                </a:tc>
                <a:tc hMerge="1"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上课时间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授课时长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章节</a:t>
                      </a:r>
                      <a:endParaRPr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/>
                        <a:t>课程内容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/>
                        <a:t>详细大纲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838222">
                <a:tc rowSpan="8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 smtClean="0"/>
                        <a:t>第五天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 smtClean="0"/>
                        <a:t>上午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 smtClean="0"/>
                        <a:t>第一堂课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08:30-10:00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 smtClean="0"/>
                        <a:t>1h(</a:t>
                      </a:r>
                      <a:r>
                        <a:rPr lang="zh-CN" altLang="en-US" sz="1400" kern="1200" dirty="0" smtClean="0"/>
                        <a:t>讲课</a:t>
                      </a:r>
                      <a:r>
                        <a:rPr lang="en-US" altLang="zh-CN" sz="1400" kern="1200" dirty="0" smtClean="0"/>
                        <a:t>)</a:t>
                      </a:r>
                      <a:endParaRPr lang="en-US" altLang="zh-CN" sz="1400" kern="1200" dirty="0" smtClean="0"/>
                    </a:p>
                    <a:p>
                      <a:pPr marL="0" indent="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 smtClean="0"/>
                        <a:t>0.5h(</a:t>
                      </a:r>
                      <a:r>
                        <a:rPr lang="zh-CN" altLang="en-US" sz="1400" kern="1200" dirty="0" smtClean="0"/>
                        <a:t>练习</a:t>
                      </a:r>
                      <a:r>
                        <a:rPr lang="en-US" altLang="zh-CN" sz="1400" kern="1200" dirty="0" smtClean="0"/>
                        <a:t>)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 smtClean="0"/>
                        <a:t>第五章第二节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400" kern="1200" dirty="0"/>
                        <a:t>CSP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en-US" altLang="zh-CN" sz="1400" kern="1200" dirty="0" smtClean="0"/>
                        <a:t>CSP</a:t>
                      </a:r>
                      <a:r>
                        <a:rPr lang="zh-CN" altLang="en-US" sz="1400" kern="1200" dirty="0" smtClean="0"/>
                        <a:t>简介</a:t>
                      </a:r>
                      <a:endParaRPr lang="en-US" altLang="zh-CN" sz="1400" kern="1200" dirty="0" smtClean="0"/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en-US" altLang="zh-CN" sz="1400" kern="1200" dirty="0" smtClean="0"/>
                        <a:t>CSP</a:t>
                      </a:r>
                      <a:r>
                        <a:rPr lang="zh-CN" altLang="en-US" sz="1400" kern="1200" dirty="0" smtClean="0"/>
                        <a:t>页面展示</a:t>
                      </a:r>
                      <a:endParaRPr lang="en-US" altLang="zh-CN" sz="1400" kern="1200" dirty="0" smtClean="0"/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en-US" altLang="zh-CN" sz="1400" kern="1200" dirty="0" smtClean="0"/>
                        <a:t>CSP</a:t>
                      </a:r>
                      <a:r>
                        <a:rPr lang="zh-CN" altLang="en-US" sz="1400" kern="1200" dirty="0" smtClean="0"/>
                        <a:t>应用</a:t>
                      </a:r>
                      <a:r>
                        <a:rPr lang="en-US" altLang="zh-CN" sz="1400" kern="1200" dirty="0"/>
                        <a:t>(</a:t>
                      </a:r>
                      <a:r>
                        <a:rPr lang="en-US" sz="1400" kern="1200" dirty="0" err="1" smtClean="0"/>
                        <a:t>request、session</a:t>
                      </a:r>
                      <a:r>
                        <a:rPr lang="en-US" sz="1400" kern="1200" dirty="0" smtClean="0"/>
                        <a:t>)</a:t>
                      </a:r>
                      <a:endParaRPr lang="en-US" sz="1400" kern="1200" dirty="0" smtClean="0"/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en-US" sz="1400" kern="1200" dirty="0" smtClean="0"/>
                        <a:t>CSP</a:t>
                      </a:r>
                      <a:r>
                        <a:rPr lang="zh-CN" altLang="en-US" sz="1400" kern="1200" dirty="0" smtClean="0"/>
                        <a:t>的新建</a:t>
                      </a:r>
                      <a:endParaRPr lang="en-US" altLang="zh-CN" sz="1400" kern="1200" dirty="0" smtClean="0"/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en-US" sz="1400" kern="1200" dirty="0" smtClean="0"/>
                        <a:t>在HIS中挂菜单</a:t>
                      </a:r>
                      <a:endParaRPr 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309563">
                <a:tc vMerge="1">
                  <a:tcPr marL="9525" marR="9525" marT="9525" marB="0" anchor="ctr"/>
                </a:tc>
                <a:tc vMerge="1"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 smtClean="0"/>
                        <a:t>休息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 smtClean="0"/>
                        <a:t>20min</a:t>
                      </a:r>
                      <a:endParaRPr lang="en-US" altLang="zh-CN" sz="1400" kern="1200" dirty="0" smtClean="0"/>
                    </a:p>
                    <a:p>
                      <a:pPr marL="0" indent="-22860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hMerge="1">
                  <a:tcPr/>
                </a:tc>
                <a:tc hMerge="1">
                  <a:tcPr/>
                </a:tc>
              </a:tr>
              <a:tr h="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 smtClean="0"/>
                        <a:t>1h (</a:t>
                      </a:r>
                      <a:r>
                        <a:rPr lang="zh-CN" altLang="en-US" sz="1400" kern="1200" dirty="0" smtClean="0"/>
                        <a:t>讲课</a:t>
                      </a:r>
                      <a:r>
                        <a:rPr lang="en-US" altLang="zh-CN" sz="1400" kern="1200" dirty="0" smtClean="0"/>
                        <a:t>)</a:t>
                      </a:r>
                      <a:endParaRPr lang="en-US" altLang="zh-CN" sz="1400" kern="1200" dirty="0" smtClean="0"/>
                    </a:p>
                    <a:p>
                      <a:pPr marL="0" indent="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0.5h (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练习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 smtClean="0"/>
                        <a:t>第五章第三节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endParaRPr lang="en-US" altLang="zh-CN" sz="1400" kern="1200" dirty="0" smtClean="0"/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altLang="zh-CN" sz="1400" kern="1200" dirty="0" smtClean="0"/>
                        <a:t>HISUI</a:t>
                      </a:r>
                      <a:r>
                        <a:rPr lang="zh-CN" altLang="en-US" sz="1400" kern="1200" dirty="0" smtClean="0"/>
                        <a:t>技术</a:t>
                      </a:r>
                      <a:endParaRPr lang="zh-CN" altLang="en-US" sz="1400" kern="1200" dirty="0" smtClean="0"/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en-US" altLang="zh-CN" sz="1400" kern="1200" dirty="0" smtClean="0"/>
                        <a:t>HISUI</a:t>
                      </a:r>
                      <a:r>
                        <a:rPr lang="zh-CN" altLang="en-US" sz="1400" kern="1200" dirty="0" smtClean="0"/>
                        <a:t>技术简介</a:t>
                      </a:r>
                      <a:endParaRPr lang="en-US" altLang="zh-CN" sz="1400" kern="1200" dirty="0" smtClean="0"/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/>
                        <a:t>如何实现</a:t>
                      </a:r>
                      <a:r>
                        <a:rPr lang="en-US" altLang="zh-CN" sz="1400" kern="1200" dirty="0" smtClean="0"/>
                        <a:t>HISUI</a:t>
                      </a:r>
                      <a:endParaRPr lang="en-US" altLang="zh-CN" sz="1400" kern="1200" dirty="0" smtClean="0"/>
                    </a:p>
                    <a:p>
                      <a:pPr marL="0" marR="0" lvl="0" indent="-228600" algn="l" defTabSz="914400" rtl="0" eaLnBrk="1" fontAlgn="ctr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defRPr/>
                      </a:pPr>
                      <a:r>
                        <a:rPr lang="zh-CN" altLang="en-US" sz="1400" kern="1200" dirty="0" smtClean="0"/>
                        <a:t>如何使用</a:t>
                      </a:r>
                      <a:r>
                        <a:rPr lang="en-US" altLang="zh-CN" sz="1400" kern="1200" dirty="0" smtClean="0"/>
                        <a:t>HISUI</a:t>
                      </a:r>
                      <a:endParaRPr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 vMerge="1">
                  <a:tcPr marL="9525" marR="9525" marT="9525" marB="0" anchor="ctr"/>
                </a:tc>
                <a:tc vMerge="1"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 smtClean="0"/>
                        <a:t>第二堂课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10:30-12:00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 smtClean="0"/>
                        <a:t>1.5h(</a:t>
                      </a:r>
                      <a:r>
                        <a:rPr lang="zh-CN" altLang="en-US" sz="1400" kern="1200" dirty="0" smtClean="0"/>
                        <a:t>讲课</a:t>
                      </a:r>
                      <a:r>
                        <a:rPr lang="en-US" altLang="zh-CN" sz="1400" kern="1200" dirty="0" smtClean="0"/>
                        <a:t>)</a:t>
                      </a:r>
                      <a:endParaRPr lang="en-US" altLang="zh-CN" sz="1400" kern="1200" dirty="0" smtClean="0"/>
                    </a:p>
                    <a:p>
                      <a:pPr marL="0" indent="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 smtClean="0"/>
                        <a:t>0.5h(</a:t>
                      </a:r>
                      <a:r>
                        <a:rPr lang="zh-CN" altLang="en-US" sz="1400" kern="1200" dirty="0" smtClean="0"/>
                        <a:t>练习</a:t>
                      </a:r>
                      <a:r>
                        <a:rPr lang="en-US" altLang="zh-CN" sz="1400" kern="1200" dirty="0" smtClean="0"/>
                        <a:t>)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 smtClean="0"/>
                        <a:t>第五章第三节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altLang="zh-CN" sz="1400" kern="1200" dirty="0" smtClean="0"/>
                        <a:t>HISUI</a:t>
                      </a:r>
                      <a:r>
                        <a:rPr lang="zh-CN" altLang="en-US" sz="1400" kern="1200" dirty="0" smtClean="0"/>
                        <a:t>技术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en-US" altLang="zh-CN" sz="1400" kern="1200" dirty="0" smtClean="0"/>
                        <a:t>CSP</a:t>
                      </a:r>
                      <a:r>
                        <a:rPr lang="zh-CN" altLang="en-US" sz="1400" kern="1200" dirty="0" smtClean="0"/>
                        <a:t>中引入</a:t>
                      </a:r>
                      <a:r>
                        <a:rPr lang="en-US" altLang="zh-CN" sz="1400" kern="1200" dirty="0" smtClean="0"/>
                        <a:t>HISUI</a:t>
                      </a:r>
                      <a:r>
                        <a:rPr lang="zh-CN" altLang="en-US" sz="1400" kern="1200" dirty="0" smtClean="0"/>
                        <a:t>技术</a:t>
                      </a:r>
                      <a:endParaRPr lang="zh-CN" altLang="en-US" sz="1400" kern="1200" dirty="0" smtClean="0"/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/>
                        <a:t>组件开发中引入</a:t>
                      </a:r>
                      <a:r>
                        <a:rPr lang="en-US" altLang="zh-CN" sz="1400" kern="1200" dirty="0" smtClean="0"/>
                        <a:t>HISUI</a:t>
                      </a:r>
                      <a:r>
                        <a:rPr lang="zh-CN" altLang="en-US" sz="1400" kern="1200" dirty="0" smtClean="0"/>
                        <a:t>技术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617811">
                <a:tc vMerge="1"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 smtClean="0"/>
                        <a:t>下午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 smtClean="0"/>
                        <a:t>第三堂课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13:30-15:30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538163">
                <a:tc vMerge="1">
                  <a:tcPr marL="9525" marR="9525" marT="9525" marB="0" anchor="ctr"/>
                </a:tc>
                <a:tc vMerge="1"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 smtClean="0"/>
                        <a:t>休息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 smtClean="0"/>
                        <a:t>20min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indent="-22860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538163">
                <a:tc vMerge="1">
                  <a:tcPr marL="9525" marR="9525" marT="9525" marB="0" anchor="ctr"/>
                </a:tc>
                <a:tc vMerge="1"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 smtClean="0"/>
                        <a:t>第四堂课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16:00-17:30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 smtClean="0"/>
                        <a:t>1.5h</a:t>
                      </a:r>
                      <a:r>
                        <a:rPr lang="zh-CN" altLang="en-US" sz="1400" kern="1200" dirty="0" smtClean="0"/>
                        <a:t>（讲课</a:t>
                      </a:r>
                      <a:r>
                        <a:rPr lang="en-US" altLang="zh-CN" sz="1400" kern="1200" dirty="0" smtClean="0"/>
                        <a:t>+</a:t>
                      </a:r>
                      <a:r>
                        <a:rPr lang="zh-CN" altLang="en-US" sz="1400" kern="1200" dirty="0" smtClean="0"/>
                        <a:t>练习）</a:t>
                      </a:r>
                      <a:endParaRPr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zh-CN" altLang="en-US" sz="1400" kern="1200" dirty="0" smtClean="0"/>
                        <a:t>第五章第四节</a:t>
                      </a:r>
                      <a:endParaRPr lang="zh-CN" altLang="en-US" sz="1400" kern="1200" dirty="0" smtClean="0"/>
                    </a:p>
                    <a:p>
                      <a:pPr marL="0" indent="-228600" algn="ctr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组件开发技术</a:t>
                      </a:r>
                      <a:endParaRPr lang="zh-CN" altLang="en-US" sz="1400" kern="1200" dirty="0" smtClean="0"/>
                    </a:p>
                    <a:p>
                      <a:pPr marL="0" algn="l" defTabSz="914400" rtl="0" eaLnBrk="1" fontAlgn="ctr" latinLnBrk="0" hangingPunct="1">
                        <a:lnSpc>
                          <a:spcPct val="100000"/>
                        </a:lnSpc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/>
                        <a:t>环境配置</a:t>
                      </a:r>
                      <a:endParaRPr lang="en-US" altLang="zh-CN" sz="1400" kern="1200" dirty="0" smtClean="0"/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/>
                        <a:t>数据库连接配置</a:t>
                      </a:r>
                      <a:endParaRPr lang="en-US" altLang="zh-CN" sz="1400" kern="1200" dirty="0" smtClean="0"/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/>
                        <a:t>学习查看组件</a:t>
                      </a:r>
                      <a:endParaRPr lang="zh-CN" altLang="en-US" sz="1400" kern="1200" dirty="0" smtClean="0"/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/>
                        <a:t>创建组件</a:t>
                      </a:r>
                      <a:endParaRPr lang="en-US" altLang="zh-CN" sz="1400" kern="1200" dirty="0" smtClean="0"/>
                    </a:p>
                    <a:p>
                      <a:pPr marL="0" indent="-228600" algn="l" defTabSz="914400" rtl="0" eaLnBrk="1" fontAlgn="ctr" latinLnBrk="0" hangingPunct="1">
                        <a:lnSpc>
                          <a:spcPts val="16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 smtClean="0"/>
                        <a:t>组件查询程序的调用和实现</a:t>
                      </a:r>
                      <a:endParaRPr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CSP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20978" y="1410604"/>
            <a:ext cx="10940219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InterSystems Caché Server Pages (CSP) 是 InterSystems 公司生产的一种技术，这种技术使得运行在服务器端的应用能以标准 HTML 页面的方式返回到客户端浏览器。这意味着，无论何时你在浏览器中查看一份由 CSP 产生的页面，你所看到的都是基于 HTML 的内容，同时这个 HTML 页面充满了浏览器可以理解的 JavaScript 代码。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CSP 技术充分利用了 Cache 这个 InterSystems 的高性能数据库管理系统 (DBMS)，实现在 Web 应用中有条件的展示和处理信息。应用中的代码是用 Caché ObjectScript 或者其他支持的语言（如 Java, .NET 或者 C++）编写的，可以直接与数据库进行交互，而无需复杂的文件处理或者 SQL 查询。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CSP 为开发者提供了一种极具效率的方式来创建动态的、交互式的和高度可定制的 Web 应用。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800100" y="861695"/>
            <a:ext cx="339090" cy="354965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255395" y="887095"/>
            <a:ext cx="10320020" cy="506730"/>
            <a:chOff x="380308" y="2999917"/>
            <a:chExt cx="2116926" cy="661520"/>
          </a:xfrm>
        </p:grpSpPr>
        <p:sp>
          <p:nvSpPr>
            <p:cNvPr id="15" name="文本框 34"/>
            <p:cNvSpPr txBox="1">
              <a:spLocks noChangeArrowheads="1"/>
            </p:cNvSpPr>
            <p:nvPr/>
          </p:nvSpPr>
          <p:spPr bwMode="auto">
            <a:xfrm>
              <a:off x="380308" y="2999917"/>
              <a:ext cx="1412451" cy="48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en-US" altLang="zh-CN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CSP</a:t>
              </a:r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简介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21120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marL="288290"/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5635" y="1139825"/>
            <a:ext cx="9612630" cy="5274945"/>
          </a:xfrm>
          <a:prstGeom prst="rect">
            <a:avLst/>
          </a:prstGeom>
        </p:spPr>
        <p:txBody>
          <a:bodyPr vert="horz" wrap="square" lIns="68580" tIns="34290" rIns="68580" bIns="34290" rtlCol="0" anchor="t">
            <a:noAutofit/>
          </a:bodyPr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Intersystems Cache Server Pages (CSP) 被用于各种原因，主要包括：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1. 响应快：CSP是一个基于服务器的技术，可以快速执行客户端请求，提供快速的响应。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2. 提高效率：CSP能够将HTML和Cache Objectscript结合在一起，从而提高开发的效率。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3. 易于使用和维护：CSP是一个用户友好型的系统，易于使用和维护。开发人员只需要使用自己熟悉的HTML和JavaScript技术，通过CSP，即可方便的访问和操作Cache数据库。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4. 安全：CSP提供了一种安全的方式来访问后端数据库，因为所有的客户端请求都在服务器上执行，减小了数据被拦截或篡改的风险。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5. 高级特性：CSP支持许多高级功能，如AJAX和JSON,以及直接集成的报告工具和Web Form开发者工具。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6. 适用于大型应用：相比于传统的Web应用，CSP更适用于大型复杂的Web应用。由于它的高效率和高性能，它可以满足大规模用户和大数据量的需求。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因此，使用InterSystems Cache Server Pages可以帮助开发者更有效地创建和管理Web应用程序。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CSP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287780"/>
            <a:ext cx="5815965" cy="29133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矩形 36"/>
          <p:cNvSpPr>
            <a:spLocks noChangeArrowheads="1"/>
          </p:cNvSpPr>
          <p:nvPr/>
        </p:nvSpPr>
        <p:spPr bwMode="auto">
          <a:xfrm>
            <a:off x="1278890" y="1054735"/>
            <a:ext cx="10296525" cy="338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/>
          <a:p>
            <a:pPr marL="288290"/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5790" y="4505325"/>
            <a:ext cx="5815965" cy="17843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CSP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sp>
        <p:nvSpPr>
          <p:cNvPr id="3" name="内容占位符 2"/>
          <p:cNvSpPr txBox="1"/>
          <p:nvPr/>
        </p:nvSpPr>
        <p:spPr>
          <a:xfrm>
            <a:off x="1304925" y="1087120"/>
            <a:ext cx="10245090" cy="603377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8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1 session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处理  为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csp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页面增加用户登录信息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-session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处理 判断是否登录超时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&lt;csp:method name=OnPreHTTP arguments="" returntype=%Boolean&gt;</a:t>
            </a:r>
            <a:endParaRPr lang="en-US" altLang="zh-CN" sz="1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i ##Class(ext.websys.SessionEvents).SessionExpired() q 1</a:t>
            </a:r>
            <a:endParaRPr lang="en-US" altLang="zh-CN" sz="1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quit 1</a:t>
            </a:r>
            <a:endParaRPr lang="en-US" altLang="zh-CN" sz="14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&lt;/csp:method&gt;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获取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Session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信息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Set LocId =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%session.Data("LOGON.CTLOCID")   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引入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cache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脚本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  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&lt;server&gt;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执行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cache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脚本 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&lt;/server&gt;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&lt;script language=“cache” 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runat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=“server”&gt;M&lt;/script&gt;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引入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JavaScript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脚本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&lt;script language=”j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avascript” &gt; &lt;/script&gt;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获取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URL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里的参数actiontype 的值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 Action=$Get(%request.Data("actiontype",1))     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s Action=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%request.Get(“actiontype”)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Font typeface="+mj-ea"/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js或HTML里引入M变量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H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TML :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当前城市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#(CityName)#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  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var val=”#(Data)#”     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5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设置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编码格式 </a:t>
            </a: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&lt;meta http-equiv="Content-Type" content="text/html;charset=utf-8" /&gt;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       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51815" y="717550"/>
            <a:ext cx="419735" cy="434975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213779" y="717233"/>
            <a:ext cx="10296366" cy="584685"/>
            <a:chOff x="137152" y="2999917"/>
            <a:chExt cx="2112074" cy="584685"/>
          </a:xfrm>
        </p:grpSpPr>
        <p:sp>
          <p:nvSpPr>
            <p:cNvPr id="6" name="文本框 34"/>
            <p:cNvSpPr txBox="1">
              <a:spLocks noChangeArrowheads="1"/>
            </p:cNvSpPr>
            <p:nvPr/>
          </p:nvSpPr>
          <p:spPr bwMode="auto">
            <a:xfrm>
              <a:off x="380308" y="2999917"/>
              <a:ext cx="14124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en-US" altLang="zh-CN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CSP</a:t>
              </a:r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的新建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矩形 36"/>
            <p:cNvSpPr>
              <a:spLocks noChangeArrowheads="1"/>
            </p:cNvSpPr>
            <p:nvPr/>
          </p:nvSpPr>
          <p:spPr bwMode="auto">
            <a:xfrm>
              <a:off x="137152" y="3246048"/>
              <a:ext cx="21120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marL="288290"/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第二节  </a:t>
            </a:r>
            <a:r>
              <a:rPr lang="en-US" altLang="zh-CN" dirty="0">
                <a:sym typeface="+mn-ea"/>
              </a:rPr>
              <a:t>CSP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sp>
        <p:nvSpPr>
          <p:cNvPr id="3" name="内容占位符 2"/>
          <p:cNvSpPr txBox="1"/>
          <p:nvPr/>
        </p:nvSpPr>
        <p:spPr>
          <a:xfrm>
            <a:off x="1485900" y="971075"/>
            <a:ext cx="6172200" cy="223569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100" smtClean="0"/>
              <a:t> </a:t>
            </a:r>
            <a:endParaRPr lang="en-US" sz="2100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1600200" y="4083918"/>
            <a:ext cx="6172200" cy="6480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100" dirty="0"/>
              <a:t> </a:t>
            </a:r>
            <a:endParaRPr lang="en-US" sz="2100" dirty="0"/>
          </a:p>
        </p:txBody>
      </p:sp>
      <p:sp>
        <p:nvSpPr>
          <p:cNvPr id="5" name="文本框 4"/>
          <p:cNvSpPr txBox="1"/>
          <p:nvPr/>
        </p:nvSpPr>
        <p:spPr>
          <a:xfrm>
            <a:off x="1600200" y="1620182"/>
            <a:ext cx="9742155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721024" y="714873"/>
            <a:ext cx="437034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55452" y="731838"/>
            <a:ext cx="10320020" cy="661520"/>
            <a:chOff x="380308" y="2999917"/>
            <a:chExt cx="2116926" cy="661520"/>
          </a:xfrm>
        </p:grpSpPr>
        <p:sp>
          <p:nvSpPr>
            <p:cNvPr id="8" name="文本框 34"/>
            <p:cNvSpPr txBox="1">
              <a:spLocks noChangeArrowheads="1"/>
            </p:cNvSpPr>
            <p:nvPr/>
          </p:nvSpPr>
          <p:spPr bwMode="auto">
            <a:xfrm>
              <a:off x="380308" y="2999917"/>
              <a:ext cx="14124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en-US" altLang="zh-CN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CSP</a:t>
              </a:r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在</a:t>
              </a:r>
              <a:r>
                <a:rPr lang="en-US" altLang="zh-CN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HIS</a:t>
              </a:r>
              <a:r>
                <a:rPr lang="zh-CN" altLang="en-US" b="1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中挂菜单</a:t>
              </a:r>
              <a:endParaRPr lang="zh-CN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36"/>
            <p:cNvSpPr>
              <a:spLocks noChangeArrowheads="1"/>
            </p:cNvSpPr>
            <p:nvPr/>
          </p:nvSpPr>
          <p:spPr bwMode="auto">
            <a:xfrm>
              <a:off x="385160" y="3322883"/>
              <a:ext cx="21120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t">
              <a:spAutoFit/>
            </a:bodyPr>
            <a:lstStyle/>
            <a:p>
              <a:pPr marL="288290"/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262380"/>
            <a:ext cx="5925185" cy="30168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175" y="4168775"/>
            <a:ext cx="3794760" cy="26263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405" y="1151890"/>
            <a:ext cx="4672965" cy="3127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067694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1779662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课间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休息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5700125" y="1563638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48197" y="1419622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2196019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上午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第一节课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268151" y="173615"/>
            <a:ext cx="9332912" cy="52705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981991" y="784524"/>
            <a:ext cx="6611574" cy="2501389"/>
            <a:chOff x="1502432" y="1722899"/>
            <a:chExt cx="6611574" cy="2501389"/>
          </a:xfrm>
        </p:grpSpPr>
        <p:sp>
          <p:nvSpPr>
            <p:cNvPr id="14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HISUI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技术简介</a:t>
              </a: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、如何实现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HISUI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3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、如何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使用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HISUI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4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CSP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中引入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HISUI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技术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5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、组件开发中引入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HISUI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技术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608119" y="1756935"/>
              <a:ext cx="13981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HISUI</a:t>
              </a:r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技术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6" name="组合 73"/>
            <p:cNvGrpSpPr/>
            <p:nvPr/>
          </p:nvGrpSpPr>
          <p:grpSpPr bwMode="auto">
            <a:xfrm>
              <a:off x="1502432" y="1722899"/>
              <a:ext cx="1105687" cy="1052310"/>
              <a:chOff x="498342" y="103823"/>
              <a:chExt cx="1104763" cy="1051430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8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7072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学习要点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>
              <a:off x="2671816" y="2225790"/>
              <a:ext cx="2628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34"/>
          <p:cNvSpPr txBox="1">
            <a:spLocks noChangeArrowheads="1"/>
          </p:cNvSpPr>
          <p:nvPr/>
        </p:nvSpPr>
        <p:spPr bwMode="auto">
          <a:xfrm>
            <a:off x="1739395" y="3271510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HISUI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技术简介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5971" y="323458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内容占位符 3"/>
          <p:cNvSpPr txBox="1"/>
          <p:nvPr/>
        </p:nvSpPr>
        <p:spPr>
          <a:xfrm>
            <a:off x="2246144" y="4031293"/>
            <a:ext cx="2946958" cy="267765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zh-CN" altLang="en-US" dirty="0" smtClean="0"/>
              <a:t>当前系统现状：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 smtClean="0"/>
              <a:t>界面</a:t>
            </a:r>
            <a:r>
              <a:rPr lang="zh-CN" altLang="en-US" dirty="0"/>
              <a:t>风格混杂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开发代码方式多样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前后台交互方法多样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插件繁多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管理复杂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维护程序难度大</a:t>
            </a:r>
            <a:endParaRPr lang="en-US" altLang="zh-CN" dirty="0"/>
          </a:p>
        </p:txBody>
      </p:sp>
      <p:sp>
        <p:nvSpPr>
          <p:cNvPr id="23" name="文本框 22"/>
          <p:cNvSpPr txBox="1"/>
          <p:nvPr/>
        </p:nvSpPr>
        <p:spPr>
          <a:xfrm>
            <a:off x="1469229" y="3691967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：为什么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需要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HISUI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技术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703" y="2249770"/>
            <a:ext cx="6830291" cy="3406361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413" y="2594486"/>
            <a:ext cx="6921197" cy="34803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703" y="3092344"/>
            <a:ext cx="6830291" cy="344095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142" y="3395571"/>
            <a:ext cx="6928776" cy="34219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graphicFrame>
        <p:nvGraphicFramePr>
          <p:cNvPr id="4" name="图示 3"/>
          <p:cNvGraphicFramePr/>
          <p:nvPr/>
        </p:nvGraphicFramePr>
        <p:xfrm>
          <a:off x="4460158" y="1224369"/>
          <a:ext cx="5328592" cy="3525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7" name="内容占位符 3"/>
          <p:cNvSpPr txBox="1"/>
          <p:nvPr/>
        </p:nvSpPr>
        <p:spPr>
          <a:xfrm>
            <a:off x="1799331" y="2088197"/>
            <a:ext cx="2946958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 smtClean="0"/>
              <a:t>统一</a:t>
            </a:r>
            <a:r>
              <a:rPr lang="zh-CN" altLang="en-US" dirty="0"/>
              <a:t>界面风格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统一代码方式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统一常用插件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1022416" y="142675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：更新系统界面的</a:t>
            </a:r>
            <a:r>
              <a:rPr lang="zh-CN" altLang="en-US" dirty="0" smtClean="0">
                <a:solidFill>
                  <a:srgbClr val="E66666"/>
                </a:solidFill>
              </a:rPr>
              <a:t>目标</a:t>
            </a:r>
            <a:endParaRPr lang="en-US" altLang="zh-CN" dirty="0">
              <a:solidFill>
                <a:srgbClr val="E6666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354" y="2152606"/>
            <a:ext cx="1720003" cy="3600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688" y="2728670"/>
            <a:ext cx="2469257" cy="3115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组合 4"/>
          <p:cNvGrpSpPr/>
          <p:nvPr/>
        </p:nvGrpSpPr>
        <p:grpSpPr>
          <a:xfrm>
            <a:off x="2294354" y="1512011"/>
            <a:ext cx="1989289" cy="533400"/>
            <a:chOff x="1515857" y="771550"/>
            <a:chExt cx="1989289" cy="533400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0720" y="828985"/>
              <a:ext cx="314325" cy="3143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6521" y="771550"/>
              <a:ext cx="428625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5857" y="817461"/>
              <a:ext cx="1078218" cy="3143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354" y="3304734"/>
            <a:ext cx="828675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668" y="3808790"/>
            <a:ext cx="968806" cy="14501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006" y="5377819"/>
            <a:ext cx="973566" cy="11305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843" y="1173073"/>
            <a:ext cx="2805340" cy="13395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843" y="2641700"/>
            <a:ext cx="1054603" cy="11463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文本框 16"/>
          <p:cNvSpPr txBox="1"/>
          <p:nvPr/>
        </p:nvSpPr>
        <p:spPr>
          <a:xfrm>
            <a:off x="773095" y="888525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HISUI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包含的控件简介</a:t>
            </a:r>
            <a:endParaRPr lang="en-US" altLang="zh-CN" dirty="0">
              <a:solidFill>
                <a:srgbClr val="E66666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48464" y="1557922"/>
            <a:ext cx="2009040" cy="5022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1200"/>
              </a:spcBef>
              <a:buAutoNum type="circleNumDbPlain"/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按    钮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342900" indent="-342900">
              <a:lnSpc>
                <a:spcPct val="120000"/>
              </a:lnSpc>
              <a:buAutoNum type="circleNumDbPlain" startAt="2"/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单选框</a:t>
            </a:r>
            <a:r>
              <a:rPr lang="zh-CN" altLang="en-US" dirty="0"/>
              <a:t>：</a:t>
            </a:r>
            <a:endParaRPr lang="en-US" altLang="zh-CN" dirty="0"/>
          </a:p>
          <a:p>
            <a:pPr marL="342900" indent="-342900">
              <a:lnSpc>
                <a:spcPct val="120000"/>
              </a:lnSpc>
              <a:buAutoNum type="circleNumDbPlain" startAt="2"/>
            </a:pPr>
            <a:endParaRPr lang="en-US" altLang="zh-CN" dirty="0"/>
          </a:p>
          <a:p>
            <a:pPr marL="342900" indent="-342900">
              <a:lnSpc>
                <a:spcPct val="120000"/>
              </a:lnSpc>
              <a:buAutoNum type="circleNumDbPlain" startAt="3"/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复选框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④   开    关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342900" indent="-342900">
              <a:lnSpc>
                <a:spcPct val="120000"/>
              </a:lnSpc>
              <a:buAutoNum type="circleNumDbPlain" startAt="5"/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下拉列表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342900" indent="-342900">
              <a:lnSpc>
                <a:spcPct val="120000"/>
              </a:lnSpc>
              <a:buAutoNum type="circleNumDbPlain" startAt="5"/>
            </a:pPr>
            <a:endParaRPr lang="en-US" altLang="zh-CN" dirty="0" smtClean="0"/>
          </a:p>
          <a:p>
            <a:pPr marL="342900" indent="-342900">
              <a:lnSpc>
                <a:spcPct val="120000"/>
              </a:lnSpc>
              <a:buAutoNum type="circleNumDbPlain" startAt="5"/>
            </a:pPr>
            <a:endParaRPr lang="en-US" altLang="zh-CN" dirty="0"/>
          </a:p>
          <a:p>
            <a:pPr marL="342900" indent="-342900">
              <a:lnSpc>
                <a:spcPct val="120000"/>
              </a:lnSpc>
              <a:buFontTx/>
              <a:buAutoNum type="circleNumDbPlain" startAt="5"/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菜    单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342900" indent="-342900">
              <a:buAutoNum type="circleNumDbPlain" startAt="5"/>
            </a:pPr>
            <a:endParaRPr lang="en-US" altLang="zh-CN" dirty="0"/>
          </a:p>
        </p:txBody>
      </p:sp>
      <p:sp>
        <p:nvSpPr>
          <p:cNvPr id="19" name="矩形 18"/>
          <p:cNvSpPr/>
          <p:nvPr/>
        </p:nvSpPr>
        <p:spPr>
          <a:xfrm>
            <a:off x="6064436" y="1199935"/>
            <a:ext cx="1841513" cy="4081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⑦  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表    格</a:t>
            </a:r>
            <a:r>
              <a:rPr lang="zh-CN" altLang="en-US" dirty="0"/>
              <a:t>：</a:t>
            </a:r>
            <a:endParaRPr lang="en-US" altLang="zh-CN" dirty="0"/>
          </a:p>
          <a:p>
            <a:pPr marL="342900" indent="-342900">
              <a:lnSpc>
                <a:spcPct val="120000"/>
              </a:lnSpc>
              <a:buAutoNum type="circleNumDbPlain" startAt="2"/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342900" indent="-342900">
              <a:lnSpc>
                <a:spcPct val="120000"/>
              </a:lnSpc>
              <a:buAutoNum type="circleNumDbPlain" startAt="8"/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树</a:t>
            </a:r>
            <a:r>
              <a:rPr lang="zh-CN" altLang="en-US" dirty="0"/>
              <a:t>   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342900" indent="-342900">
              <a:lnSpc>
                <a:spcPct val="120000"/>
              </a:lnSpc>
              <a:buAutoNum type="circleNumDbPlain" startAt="8"/>
            </a:pPr>
            <a:endParaRPr lang="en-US" altLang="zh-CN" dirty="0"/>
          </a:p>
          <a:p>
            <a:pPr marL="342900" indent="-342900">
              <a:lnSpc>
                <a:spcPct val="120000"/>
              </a:lnSpc>
              <a:buAutoNum type="circleNumDbPlain" startAt="8"/>
            </a:pPr>
            <a:endParaRPr lang="en-US" altLang="zh-CN" dirty="0" smtClean="0"/>
          </a:p>
          <a:p>
            <a:pPr marL="342900" indent="-342900">
              <a:lnSpc>
                <a:spcPct val="120000"/>
              </a:lnSpc>
              <a:buAutoNum type="circleNumDbPlain" startAt="8"/>
            </a:pPr>
            <a:endParaRPr lang="en-US" altLang="zh-CN" dirty="0" smtClean="0"/>
          </a:p>
          <a:p>
            <a:pPr marL="342900" indent="-342900">
              <a:lnSpc>
                <a:spcPct val="120000"/>
              </a:lnSpc>
              <a:buAutoNum type="circleNumDbPlain" startAt="8"/>
            </a:pPr>
            <a:endParaRPr lang="en-US" altLang="zh-CN" dirty="0"/>
          </a:p>
          <a:p>
            <a:pPr marL="342900" indent="-342900">
              <a:lnSpc>
                <a:spcPct val="120000"/>
              </a:lnSpc>
              <a:buFontTx/>
              <a:buAutoNum type="circleNumDbPlain" startAt="8"/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手风琴：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AutoNum type="circleNumDbPlain" startAt="8"/>
            </a:pPr>
            <a:endParaRPr lang="en-US" altLang="zh-CN" dirty="0"/>
          </a:p>
        </p:txBody>
      </p:sp>
      <p:grpSp>
        <p:nvGrpSpPr>
          <p:cNvPr id="20" name="组合 19"/>
          <p:cNvGrpSpPr/>
          <p:nvPr/>
        </p:nvGrpSpPr>
        <p:grpSpPr>
          <a:xfrm>
            <a:off x="7781820" y="3900076"/>
            <a:ext cx="2726321" cy="2895366"/>
            <a:chOff x="580388" y="1348065"/>
            <a:chExt cx="2726321" cy="2895366"/>
          </a:xfrm>
        </p:grpSpPr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388" y="1348065"/>
              <a:ext cx="1296144" cy="289536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2" name="Picture 3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2364" y="1353582"/>
              <a:ext cx="1294345" cy="288984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sp>
        <p:nvSpPr>
          <p:cNvPr id="3" name="圆角矩形 4"/>
          <p:cNvSpPr/>
          <p:nvPr/>
        </p:nvSpPr>
        <p:spPr>
          <a:xfrm>
            <a:off x="5779414" y="2430829"/>
            <a:ext cx="232871" cy="1409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6690" tIns="186690" rIns="186690" bIns="186690" numCol="1" spcCol="1270" anchor="ctr" anchorCtr="0">
            <a:noAutofit/>
          </a:bodyPr>
          <a:lstStyle/>
          <a:p>
            <a:pPr defTabSz="217741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600" dirty="0"/>
          </a:p>
        </p:txBody>
      </p:sp>
      <p:grpSp>
        <p:nvGrpSpPr>
          <p:cNvPr id="9" name="组合 8"/>
          <p:cNvGrpSpPr/>
          <p:nvPr/>
        </p:nvGrpSpPr>
        <p:grpSpPr>
          <a:xfrm>
            <a:off x="2667794" y="731838"/>
            <a:ext cx="5363370" cy="3519764"/>
            <a:chOff x="3531361" y="1475390"/>
            <a:chExt cx="5363370" cy="3519764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3206" y="1563638"/>
              <a:ext cx="2758749" cy="15355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1361" y="3176605"/>
              <a:ext cx="2773694" cy="16994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3333" y="1475390"/>
              <a:ext cx="2471398" cy="5202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3333" y="3723878"/>
              <a:ext cx="2471397" cy="12712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3333" y="2004887"/>
              <a:ext cx="2471398" cy="16371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5" name="矩形 14"/>
          <p:cNvSpPr/>
          <p:nvPr/>
        </p:nvSpPr>
        <p:spPr>
          <a:xfrm>
            <a:off x="938250" y="1169167"/>
            <a:ext cx="2009040" cy="5121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⑩   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页   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签：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spcBef>
                <a:spcPts val="1200"/>
              </a:spcBef>
              <a:buAutoNum type="circleNumDbPlain" startAt="2"/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342900" indent="-342900">
              <a:lnSpc>
                <a:spcPct val="120000"/>
              </a:lnSpc>
              <a:buAutoNum type="circleNumDbPlain" startAt="2"/>
            </a:pPr>
            <a:endParaRPr lang="en-US" altLang="zh-CN" dirty="0" smtClean="0"/>
          </a:p>
          <a:p>
            <a:pPr marL="342900" indent="-342900">
              <a:lnSpc>
                <a:spcPct val="120000"/>
              </a:lnSpc>
              <a:buAutoNum type="circleNumDbPlain" startAt="2"/>
            </a:pPr>
            <a:endParaRPr lang="en-US" altLang="zh-CN" dirty="0"/>
          </a:p>
          <a:p>
            <a:pPr marL="342900" indent="-342900">
              <a:lnSpc>
                <a:spcPct val="120000"/>
              </a:lnSpc>
              <a:buAutoNum type="circleNumDbPlain" startAt="2"/>
            </a:pPr>
            <a:endParaRPr lang="en-US" altLang="zh-CN" dirty="0" smtClean="0"/>
          </a:p>
          <a:p>
            <a:pPr marL="342900" indent="-342900">
              <a:lnSpc>
                <a:spcPct val="120000"/>
              </a:lnSpc>
              <a:buAutoNum type="circleNumDbPlain" startAt="2"/>
            </a:pPr>
            <a:endParaRPr lang="en-US" altLang="zh-CN" dirty="0"/>
          </a:p>
          <a:p>
            <a:pPr marL="342900" indent="-342900">
              <a:lnSpc>
                <a:spcPct val="120000"/>
              </a:lnSpc>
              <a:buAutoNum type="circleNumDbPlain" startAt="2"/>
            </a:pPr>
            <a:endParaRPr lang="en-US" altLang="zh-CN" dirty="0" smtClean="0"/>
          </a:p>
          <a:p>
            <a:pPr marL="342900" indent="-342900">
              <a:lnSpc>
                <a:spcPct val="120000"/>
              </a:lnSpc>
              <a:buAutoNum type="circleNumDbPlain" startAt="2"/>
            </a:pPr>
            <a:endParaRPr lang="en-US" altLang="zh-CN" dirty="0"/>
          </a:p>
          <a:p>
            <a:pPr marL="342900" indent="-342900">
              <a:lnSpc>
                <a:spcPct val="120000"/>
              </a:lnSpc>
              <a:buAutoNum type="circleNumDbPlain" startAt="2"/>
            </a:pPr>
            <a:endParaRPr lang="en-US" altLang="zh-CN" dirty="0" smtClean="0"/>
          </a:p>
          <a:p>
            <a:pPr marL="342900" indent="-342900">
              <a:lnSpc>
                <a:spcPct val="120000"/>
              </a:lnSpc>
              <a:buAutoNum type="circleNumDbPlain" startAt="2"/>
            </a:pPr>
            <a:endParaRPr lang="en-US" altLang="zh-CN" dirty="0"/>
          </a:p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⑪    面   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板：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342900" indent="-342900">
              <a:buAutoNum type="circleNumDbPlain" startAt="5"/>
            </a:pPr>
            <a:endParaRPr lang="en-US" altLang="zh-CN" dirty="0"/>
          </a:p>
        </p:txBody>
      </p:sp>
      <p:grpSp>
        <p:nvGrpSpPr>
          <p:cNvPr id="16" name="组合 15"/>
          <p:cNvGrpSpPr/>
          <p:nvPr/>
        </p:nvGrpSpPr>
        <p:grpSpPr>
          <a:xfrm>
            <a:off x="2878382" y="4251602"/>
            <a:ext cx="5126211" cy="2536049"/>
            <a:chOff x="186508" y="1948015"/>
            <a:chExt cx="5126211" cy="2536049"/>
          </a:xfrm>
        </p:grpSpPr>
        <p:pic>
          <p:nvPicPr>
            <p:cNvPr id="17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509" y="1948015"/>
              <a:ext cx="2654876" cy="6443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508" y="2661604"/>
              <a:ext cx="2657300" cy="554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4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295" y="3297734"/>
              <a:ext cx="2667701" cy="5611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5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508" y="3929804"/>
              <a:ext cx="2671206" cy="554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1" name="Picture 6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0957" y="3430971"/>
              <a:ext cx="2341762" cy="9768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2" name="Picture 7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7757" y="2066185"/>
              <a:ext cx="2347472" cy="9907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3" name="矩形 22"/>
          <p:cNvSpPr/>
          <p:nvPr/>
        </p:nvSpPr>
        <p:spPr>
          <a:xfrm>
            <a:off x="9441828" y="2346135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⑫    布   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局：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09" y="2980326"/>
            <a:ext cx="3134877" cy="20997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335553" y="1086804"/>
            <a:ext cx="432928" cy="3796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6690" tIns="186690" rIns="186690" bIns="186690" numCol="1" spcCol="1270" anchor="ctr" anchorCtr="0">
            <a:noAutofit/>
          </a:bodyPr>
          <a:lstStyle/>
          <a:p>
            <a:pPr defTabSz="217741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3600" dirty="0"/>
          </a:p>
        </p:txBody>
      </p:sp>
      <p:pic>
        <p:nvPicPr>
          <p:cNvPr id="6" name="Picture 2" descr="D:\dhccsvn\27HC-Platform\发布版本\界面修改\住院医生站效果图\【UI】2017.11.08-南方医院绿-住院医生站\03-信息总览（若从portal已选择了病人，则直接进入该页面）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578" y="1342979"/>
            <a:ext cx="9041722" cy="516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D:\dhccsvn\27HC-Platform\发布版本\界面修改\住院医生站效果图\【UI】2017.11.08-南方医院绿-住院医生站\04-诊断录入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577" y="1343671"/>
            <a:ext cx="9050287" cy="508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D:\dhccsvn\27HC-Platform\发布版本\界面修改\住院医生站效果图\【UI】2017.11.08-南方医院绿-住院医生站\13-病历资源-检查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968" y="1343671"/>
            <a:ext cx="8836795" cy="522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1542022" y="85239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项目界面</a:t>
            </a:r>
            <a:endParaRPr lang="en-US" altLang="zh-CN" dirty="0">
              <a:solidFill>
                <a:srgbClr val="E6666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graphicFrame>
        <p:nvGraphicFramePr>
          <p:cNvPr id="8" name="图示 7"/>
          <p:cNvGraphicFramePr/>
          <p:nvPr/>
        </p:nvGraphicFramePr>
        <p:xfrm>
          <a:off x="1820117" y="3731616"/>
          <a:ext cx="3967619" cy="2149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9" name="图示 8"/>
          <p:cNvGraphicFramePr/>
          <p:nvPr/>
        </p:nvGraphicFramePr>
        <p:xfrm>
          <a:off x="6531511" y="1963974"/>
          <a:ext cx="3900962" cy="2576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0" name="文本框 34"/>
          <p:cNvSpPr txBox="1">
            <a:spLocks noChangeArrowheads="1"/>
          </p:cNvSpPr>
          <p:nvPr/>
        </p:nvSpPr>
        <p:spPr bwMode="auto">
          <a:xfrm>
            <a:off x="1697831" y="1164589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如何实现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HISUI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174407" y="1127665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内容占位符 3"/>
          <p:cNvSpPr txBox="1"/>
          <p:nvPr/>
        </p:nvSpPr>
        <p:spPr>
          <a:xfrm>
            <a:off x="1820117" y="1758033"/>
            <a:ext cx="2946958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 smtClean="0"/>
              <a:t>基于</a:t>
            </a:r>
            <a:r>
              <a:rPr lang="en-US" altLang="zh-CN" dirty="0"/>
              <a:t>JQuery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基于</a:t>
            </a:r>
            <a:r>
              <a:rPr lang="en-US" altLang="zh-CN" dirty="0" err="1"/>
              <a:t>EasyUI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综合</a:t>
            </a:r>
            <a:r>
              <a:rPr lang="en-US" altLang="zh-CN" dirty="0"/>
              <a:t>Bootstrap</a:t>
            </a:r>
            <a:r>
              <a:rPr lang="zh-CN" altLang="en-US" dirty="0"/>
              <a:t>插件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合成其它插件及类库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sp>
        <p:nvSpPr>
          <p:cNvPr id="9" name="文本框 34"/>
          <p:cNvSpPr txBox="1">
            <a:spLocks noChangeArrowheads="1"/>
          </p:cNvSpPr>
          <p:nvPr/>
        </p:nvSpPr>
        <p:spPr bwMode="auto">
          <a:xfrm>
            <a:off x="1711876" y="1015826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如何使用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HISUI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88452" y="978902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内容占位符 3"/>
          <p:cNvSpPr txBox="1"/>
          <p:nvPr/>
        </p:nvSpPr>
        <p:spPr>
          <a:xfrm>
            <a:off x="1886116" y="1415936"/>
            <a:ext cx="8930820" cy="230695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API</a:t>
            </a:r>
            <a:r>
              <a:rPr lang="zh-CN" altLang="en-US" dirty="0"/>
              <a:t>及下载：</a:t>
            </a:r>
            <a:r>
              <a:rPr lang="en-US" altLang="zh-CN" dirty="0">
                <a:hlinkClick r:id="rId1"/>
              </a:rPr>
              <a:t>https://hisui.cn/</a:t>
            </a:r>
            <a:endParaRPr lang="en-US" altLang="zh-CN" dirty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HTML</a:t>
            </a:r>
            <a:r>
              <a:rPr lang="zh-CN" altLang="en-US" dirty="0"/>
              <a:t>中使用：</a:t>
            </a:r>
            <a:endParaRPr lang="en-US" altLang="zh-CN" dirty="0"/>
          </a:p>
          <a:p>
            <a:pPr marL="431800"/>
            <a:r>
              <a:rPr lang="en-US" altLang="zh-CN" dirty="0">
                <a:solidFill>
                  <a:srgbClr val="0070C0"/>
                </a:solidFill>
              </a:rPr>
              <a:t>&lt;link </a:t>
            </a:r>
            <a:r>
              <a:rPr lang="en-US" altLang="zh-CN" dirty="0" err="1">
                <a:solidFill>
                  <a:srgbClr val="0070C0"/>
                </a:solidFill>
              </a:rPr>
              <a:t>rel</a:t>
            </a:r>
            <a:r>
              <a:rPr lang="en-US" altLang="zh-CN" dirty="0">
                <a:solidFill>
                  <a:srgbClr val="0070C0"/>
                </a:solidFill>
              </a:rPr>
              <a:t>="</a:t>
            </a:r>
            <a:r>
              <a:rPr lang="en-US" altLang="zh-CN" dirty="0" err="1">
                <a:solidFill>
                  <a:srgbClr val="C00000"/>
                </a:solidFill>
              </a:rPr>
              <a:t>stylesheet</a:t>
            </a:r>
            <a:r>
              <a:rPr lang="en-US" altLang="zh-CN" dirty="0">
                <a:solidFill>
                  <a:srgbClr val="0070C0"/>
                </a:solidFill>
              </a:rPr>
              <a:t>" type="</a:t>
            </a:r>
            <a:r>
              <a:rPr lang="en-US" altLang="zh-CN" dirty="0">
                <a:solidFill>
                  <a:srgbClr val="C00000"/>
                </a:solidFill>
              </a:rPr>
              <a:t>text/</a:t>
            </a:r>
            <a:r>
              <a:rPr lang="en-US" altLang="zh-CN" dirty="0" err="1">
                <a:solidFill>
                  <a:srgbClr val="C00000"/>
                </a:solidFill>
              </a:rPr>
              <a:t>css</a:t>
            </a:r>
            <a:r>
              <a:rPr lang="en-US" altLang="zh-CN" dirty="0">
                <a:solidFill>
                  <a:srgbClr val="0070C0"/>
                </a:solidFill>
              </a:rPr>
              <a:t>" </a:t>
            </a:r>
            <a:r>
              <a:rPr lang="en-US" altLang="zh-CN" dirty="0" err="1">
                <a:solidFill>
                  <a:srgbClr val="0070C0"/>
                </a:solidFill>
              </a:rPr>
              <a:t>href</a:t>
            </a:r>
            <a:r>
              <a:rPr lang="en-US" altLang="zh-CN" dirty="0">
                <a:solidFill>
                  <a:srgbClr val="0070C0"/>
                </a:solidFill>
              </a:rPr>
              <a:t>="</a:t>
            </a:r>
            <a:r>
              <a:rPr lang="en-US" altLang="zh-CN" dirty="0" err="1">
                <a:solidFill>
                  <a:srgbClr val="C00000"/>
                </a:solidFill>
              </a:rPr>
              <a:t>hisui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en-US" altLang="zh-CN" dirty="0" err="1">
                <a:solidFill>
                  <a:srgbClr val="C00000"/>
                </a:solidFill>
              </a:rPr>
              <a:t>dist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en-US" altLang="zh-CN" dirty="0" err="1">
                <a:solidFill>
                  <a:srgbClr val="C00000"/>
                </a:solidFill>
              </a:rPr>
              <a:t>css</a:t>
            </a:r>
            <a:r>
              <a:rPr lang="en-US" altLang="zh-CN" dirty="0">
                <a:solidFill>
                  <a:srgbClr val="C00000"/>
                </a:solidFill>
              </a:rPr>
              <a:t>/hisui.css</a:t>
            </a:r>
            <a:r>
              <a:rPr lang="en-US" altLang="zh-CN" dirty="0">
                <a:solidFill>
                  <a:srgbClr val="0070C0"/>
                </a:solidFill>
              </a:rPr>
              <a:t>"&gt;</a:t>
            </a:r>
            <a:endParaRPr lang="en-US" altLang="zh-CN" dirty="0">
              <a:solidFill>
                <a:srgbClr val="0070C0"/>
              </a:solidFill>
            </a:endParaRPr>
          </a:p>
          <a:p>
            <a:pPr marL="431800"/>
            <a:r>
              <a:rPr lang="en-US" altLang="zh-CN" dirty="0">
                <a:solidFill>
                  <a:srgbClr val="0070C0"/>
                </a:solidFill>
              </a:rPr>
              <a:t>&lt;script type="</a:t>
            </a:r>
            <a:r>
              <a:rPr lang="en-US" altLang="zh-CN" dirty="0">
                <a:solidFill>
                  <a:srgbClr val="C00000"/>
                </a:solidFill>
              </a:rPr>
              <a:t>text/</a:t>
            </a:r>
            <a:r>
              <a:rPr lang="en-US" altLang="zh-CN" dirty="0" err="1">
                <a:solidFill>
                  <a:srgbClr val="C00000"/>
                </a:solidFill>
              </a:rPr>
              <a:t>javascript</a:t>
            </a:r>
            <a:r>
              <a:rPr lang="en-US" altLang="zh-CN" dirty="0">
                <a:solidFill>
                  <a:srgbClr val="0070C0"/>
                </a:solidFill>
              </a:rPr>
              <a:t>" 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="</a:t>
            </a:r>
            <a:r>
              <a:rPr lang="en-US" altLang="zh-CN" dirty="0" err="1">
                <a:solidFill>
                  <a:srgbClr val="C00000"/>
                </a:solidFill>
              </a:rPr>
              <a:t>hisui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en-US" altLang="zh-CN" dirty="0" err="1">
                <a:solidFill>
                  <a:srgbClr val="C00000"/>
                </a:solidFill>
              </a:rPr>
              <a:t>dist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en-US" altLang="zh-CN" dirty="0" err="1">
                <a:solidFill>
                  <a:srgbClr val="C00000"/>
                </a:solidFill>
              </a:rPr>
              <a:t>js</a:t>
            </a:r>
            <a:r>
              <a:rPr lang="en-US" altLang="zh-CN" dirty="0">
                <a:solidFill>
                  <a:srgbClr val="C00000"/>
                </a:solidFill>
              </a:rPr>
              <a:t>/jquery-1.11.3.min.js</a:t>
            </a:r>
            <a:r>
              <a:rPr lang="en-US" altLang="zh-CN" dirty="0">
                <a:solidFill>
                  <a:srgbClr val="0070C0"/>
                </a:solidFill>
              </a:rPr>
              <a:t>"&gt;&lt;/script&gt;</a:t>
            </a:r>
            <a:endParaRPr lang="en-US" altLang="zh-CN" dirty="0">
              <a:solidFill>
                <a:srgbClr val="0070C0"/>
              </a:solidFill>
            </a:endParaRPr>
          </a:p>
          <a:p>
            <a:pPr marL="431800"/>
            <a:r>
              <a:rPr lang="en-US" altLang="zh-CN" dirty="0">
                <a:solidFill>
                  <a:srgbClr val="0070C0"/>
                </a:solidFill>
              </a:rPr>
              <a:t>&lt;script type="</a:t>
            </a:r>
            <a:r>
              <a:rPr lang="en-US" altLang="zh-CN" dirty="0">
                <a:solidFill>
                  <a:srgbClr val="C00000"/>
                </a:solidFill>
              </a:rPr>
              <a:t>text/</a:t>
            </a:r>
            <a:r>
              <a:rPr lang="en-US" altLang="zh-CN" dirty="0" err="1">
                <a:solidFill>
                  <a:srgbClr val="C00000"/>
                </a:solidFill>
              </a:rPr>
              <a:t>javascript</a:t>
            </a:r>
            <a:r>
              <a:rPr lang="en-US" altLang="zh-CN" dirty="0">
                <a:solidFill>
                  <a:srgbClr val="0070C0"/>
                </a:solidFill>
              </a:rPr>
              <a:t>" 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="</a:t>
            </a:r>
            <a:r>
              <a:rPr lang="en-US" altLang="zh-CN" dirty="0" err="1">
                <a:solidFill>
                  <a:srgbClr val="C00000"/>
                </a:solidFill>
              </a:rPr>
              <a:t>hisui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en-US" altLang="zh-CN" dirty="0" err="1">
                <a:solidFill>
                  <a:srgbClr val="C00000"/>
                </a:solidFill>
              </a:rPr>
              <a:t>dist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en-US" altLang="zh-CN" dirty="0" err="1">
                <a:solidFill>
                  <a:srgbClr val="C00000"/>
                </a:solidFill>
              </a:rPr>
              <a:t>js</a:t>
            </a:r>
            <a:r>
              <a:rPr lang="en-US" altLang="zh-CN" dirty="0">
                <a:solidFill>
                  <a:srgbClr val="C00000"/>
                </a:solidFill>
              </a:rPr>
              <a:t>/jquery.hisui.min.js</a:t>
            </a:r>
            <a:r>
              <a:rPr lang="en-US" altLang="zh-CN" dirty="0">
                <a:solidFill>
                  <a:srgbClr val="0070C0"/>
                </a:solidFill>
              </a:rPr>
              <a:t>"&gt;&lt;/script&gt;</a:t>
            </a:r>
            <a:endParaRPr lang="zh-CN" altLang="en-US" dirty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CSP</a:t>
            </a:r>
            <a:r>
              <a:rPr lang="zh-CN" altLang="en-US" dirty="0"/>
              <a:t>中使用：</a:t>
            </a:r>
            <a:r>
              <a:rPr lang="en-US" altLang="zh-CN" dirty="0">
                <a:solidFill>
                  <a:srgbClr val="0070C0"/>
                </a:solidFill>
              </a:rPr>
              <a:t>&lt;HISUI/&gt;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758" y="3897223"/>
            <a:ext cx="4595406" cy="26677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矩形 12"/>
          <p:cNvSpPr/>
          <p:nvPr/>
        </p:nvSpPr>
        <p:spPr>
          <a:xfrm>
            <a:off x="7454819" y="3716334"/>
            <a:ext cx="3203848" cy="283154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1400" dirty="0" smtClean="0"/>
              <a:t>界面中组件类名前缀为</a:t>
            </a:r>
            <a:r>
              <a:rPr lang="en-US" altLang="zh-CN" sz="1400" b="1" dirty="0" err="1" smtClean="0">
                <a:solidFill>
                  <a:srgbClr val="00B050"/>
                </a:solidFill>
              </a:rPr>
              <a:t>hisui</a:t>
            </a:r>
            <a:r>
              <a:rPr lang="en-US" altLang="zh-CN" sz="1400" b="1" dirty="0" smtClean="0">
                <a:solidFill>
                  <a:srgbClr val="00B050"/>
                </a:solidFill>
              </a:rPr>
              <a:t>-</a:t>
            </a:r>
            <a:endParaRPr lang="en-US" altLang="zh-CN" sz="1400" b="1" dirty="0" smtClean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 smtClean="0">
                <a:solidFill>
                  <a:srgbClr val="000000"/>
                </a:solidFill>
              </a:rPr>
              <a:t>hisui</a:t>
            </a:r>
            <a:r>
              <a:rPr lang="en-US" altLang="zh-CN" sz="1400" dirty="0" smtClean="0">
                <a:solidFill>
                  <a:srgbClr val="000000"/>
                </a:solidFill>
              </a:rPr>
              <a:t>-layout            </a:t>
            </a:r>
            <a:r>
              <a:rPr lang="en-US" altLang="zh-CN" sz="1400" dirty="0" err="1" smtClean="0">
                <a:solidFill>
                  <a:srgbClr val="000000"/>
                </a:solidFill>
              </a:rPr>
              <a:t>hisui-linkbutton</a:t>
            </a:r>
            <a:endParaRPr lang="zh-CN" altLang="en-US" sz="14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 smtClean="0">
                <a:solidFill>
                  <a:srgbClr val="000000"/>
                </a:solidFill>
              </a:rPr>
              <a:t>hisui-datagrid</a:t>
            </a:r>
            <a:r>
              <a:rPr lang="en-US" altLang="zh-CN" sz="1400" dirty="0" smtClean="0">
                <a:solidFill>
                  <a:srgbClr val="000000"/>
                </a:solidFill>
              </a:rPr>
              <a:t>        </a:t>
            </a:r>
            <a:r>
              <a:rPr lang="en-US" altLang="zh-CN" sz="1400" dirty="0" err="1" smtClean="0">
                <a:solidFill>
                  <a:srgbClr val="000000"/>
                </a:solidFill>
              </a:rPr>
              <a:t>hisui-combox</a:t>
            </a:r>
            <a:endParaRPr lang="zh-CN" altLang="en-US" sz="1400" dirty="0" smtClean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 smtClean="0">
                <a:solidFill>
                  <a:srgbClr val="000000"/>
                </a:solidFill>
              </a:rPr>
              <a:t>hisui</a:t>
            </a:r>
            <a:r>
              <a:rPr lang="en-US" altLang="zh-CN" sz="1400" dirty="0" smtClean="0">
                <a:solidFill>
                  <a:srgbClr val="000000"/>
                </a:solidFill>
              </a:rPr>
              <a:t>-tab                 </a:t>
            </a:r>
            <a:r>
              <a:rPr lang="en-US" altLang="zh-CN" sz="1400" dirty="0" err="1" smtClean="0">
                <a:solidFill>
                  <a:srgbClr val="000000"/>
                </a:solidFill>
              </a:rPr>
              <a:t>hisui-validatebox</a:t>
            </a:r>
            <a:endParaRPr lang="zh-CN" altLang="en-US" sz="1400" dirty="0" smtClean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 smtClean="0">
                <a:solidFill>
                  <a:srgbClr val="000000"/>
                </a:solidFill>
              </a:rPr>
              <a:t>hisui</a:t>
            </a:r>
            <a:r>
              <a:rPr lang="en-US" altLang="zh-CN" sz="1400" dirty="0" smtClean="0">
                <a:solidFill>
                  <a:srgbClr val="000000"/>
                </a:solidFill>
              </a:rPr>
              <a:t>-switchbox     </a:t>
            </a:r>
            <a:r>
              <a:rPr lang="en-US" altLang="zh-CN" sz="1400" dirty="0" err="1">
                <a:solidFill>
                  <a:srgbClr val="000000"/>
                </a:solidFill>
              </a:rPr>
              <a:t>hisui</a:t>
            </a:r>
            <a:r>
              <a:rPr lang="en-US" altLang="zh-CN" sz="1400" dirty="0">
                <a:solidFill>
                  <a:srgbClr val="000000"/>
                </a:solidFill>
              </a:rPr>
              <a:t>-</a:t>
            </a:r>
            <a:r>
              <a:rPr lang="en-US" altLang="zh-CN" sz="1400" dirty="0" smtClean="0">
                <a:solidFill>
                  <a:srgbClr val="000000"/>
                </a:solidFill>
              </a:rPr>
              <a:t>…</a:t>
            </a:r>
            <a:endParaRPr lang="en-US" altLang="zh-CN" sz="1400" dirty="0" smtClean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000000"/>
                </a:solidFill>
              </a:rPr>
              <a:t>hisui</a:t>
            </a:r>
            <a:r>
              <a:rPr lang="en-US" altLang="zh-CN" sz="1400" dirty="0">
                <a:solidFill>
                  <a:srgbClr val="000000"/>
                </a:solidFill>
              </a:rPr>
              <a:t>-panel            </a:t>
            </a:r>
            <a:r>
              <a:rPr lang="en-US" altLang="zh-CN" sz="1400" dirty="0" err="1">
                <a:solidFill>
                  <a:srgbClr val="000000"/>
                </a:solidFill>
              </a:rPr>
              <a:t>hisui</a:t>
            </a:r>
            <a:r>
              <a:rPr lang="en-US" altLang="zh-CN" sz="1400" dirty="0">
                <a:solidFill>
                  <a:srgbClr val="000000"/>
                </a:solidFill>
              </a:rPr>
              <a:t>-window</a:t>
            </a:r>
            <a:endParaRPr lang="en-US" altLang="zh-CN" sz="14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000000"/>
                </a:solidFill>
              </a:rPr>
              <a:t>hisui</a:t>
            </a:r>
            <a:r>
              <a:rPr lang="en-US" altLang="zh-CN" sz="1400" dirty="0">
                <a:solidFill>
                  <a:srgbClr val="000000"/>
                </a:solidFill>
              </a:rPr>
              <a:t>-checkbox     </a:t>
            </a:r>
            <a:r>
              <a:rPr lang="en-US" altLang="zh-CN" sz="1400" dirty="0" err="1">
                <a:solidFill>
                  <a:srgbClr val="000000"/>
                </a:solidFill>
              </a:rPr>
              <a:t>hisui</a:t>
            </a:r>
            <a:r>
              <a:rPr lang="en-US" altLang="zh-CN" sz="1400" dirty="0">
                <a:solidFill>
                  <a:srgbClr val="000000"/>
                </a:solidFill>
              </a:rPr>
              <a:t>-radio</a:t>
            </a:r>
            <a:endParaRPr lang="zh-CN" altLang="en-US" sz="14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000000"/>
                </a:solidFill>
              </a:rPr>
              <a:t>hisui-datebox</a:t>
            </a:r>
            <a:r>
              <a:rPr lang="en-US" altLang="zh-CN" sz="1400" dirty="0">
                <a:solidFill>
                  <a:srgbClr val="000000"/>
                </a:solidFill>
              </a:rPr>
              <a:t>       </a:t>
            </a:r>
            <a:r>
              <a:rPr lang="en-US" altLang="zh-CN" sz="1400" dirty="0" err="1" smtClean="0">
                <a:solidFill>
                  <a:srgbClr val="000000"/>
                </a:solidFill>
              </a:rPr>
              <a:t>hisui-menubutton</a:t>
            </a:r>
            <a:endParaRPr lang="zh-CN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016" y="1989930"/>
            <a:ext cx="8024148" cy="24643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文本框 34"/>
          <p:cNvSpPr txBox="1">
            <a:spLocks noChangeArrowheads="1"/>
          </p:cNvSpPr>
          <p:nvPr/>
        </p:nvSpPr>
        <p:spPr bwMode="auto">
          <a:xfrm>
            <a:off x="1345672" y="975830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示例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CSP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中引入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HISUI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39329" y="1002690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92587" y="1460071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：用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layout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布局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5704609" y="1143000"/>
            <a:ext cx="2867891" cy="317071"/>
          </a:xfrm>
          <a:prstGeom prst="rightArrow">
            <a:avLst/>
          </a:prstGeom>
          <a:solidFill>
            <a:srgbClr val="EB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788504" y="731838"/>
            <a:ext cx="3084499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：用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layout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布局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：西边区域画入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列表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内列表绑定后面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Query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1600" dirty="0"/>
              <a:t>增加工具</a:t>
            </a:r>
            <a:r>
              <a:rPr lang="zh-CN" altLang="en-US" sz="1600" dirty="0" smtClean="0"/>
              <a:t>按钮</a:t>
            </a: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</a:t>
            </a:r>
            <a:r>
              <a:rPr lang="zh-CN" altLang="en-US" sz="1600" dirty="0"/>
              <a:t>实现修改</a:t>
            </a:r>
            <a:r>
              <a:rPr lang="zh-CN" altLang="en-US" sz="1600" dirty="0" smtClean="0"/>
              <a:t>方法</a:t>
            </a: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：后台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保存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方法</a:t>
            </a:r>
            <a:endParaRPr lang="zh-CN" altLang="en-US" sz="1600" dirty="0"/>
          </a:p>
        </p:txBody>
      </p:sp>
      <p:sp>
        <p:nvSpPr>
          <p:cNvPr id="23" name="文本框 22"/>
          <p:cNvSpPr txBox="1"/>
          <p:nvPr/>
        </p:nvSpPr>
        <p:spPr>
          <a:xfrm>
            <a:off x="6591124" y="818024"/>
            <a:ext cx="1392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操作步骤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015" y="4620895"/>
            <a:ext cx="8023860" cy="118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26702" y="963891"/>
            <a:ext cx="32800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HISUI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的使用与调用方法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7209" y="1545925"/>
            <a:ext cx="5383620" cy="4884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、与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后台交互路径全局变量：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</a:t>
            </a:r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URL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var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iListObj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= $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HUI.datagrid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("#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tableId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",{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url:$URL,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queryParams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:{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	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ClassName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 "XXX",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	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QueryName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 "XXX",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                  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ProfileID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 "1"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},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})</a:t>
            </a: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定义下拉选择框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var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codecbObj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= $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HUI.combobox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("#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codecb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",{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url:$URL+"?ClassName=XXX&amp;QueryName=XXX&amp;ResultSetType=array",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valueField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:'id',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textField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:'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desc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'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});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34987" y="1363680"/>
            <a:ext cx="5954232" cy="5204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、调用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后台方法：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$.cm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及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$.m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，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$.q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。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hlinkClick r:id="rId1"/>
              </a:rPr>
              <a:t>详细见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hlinkClick r:id="rId1"/>
              </a:rPr>
              <a:t>API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的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Ajax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访问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json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格式的返回值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$.cm({      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</a:rPr>
              <a:t>  /// </a:t>
            </a:r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适用于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</a:rPr>
              <a:t>json</a:t>
            </a:r>
            <a:r>
              <a:rPr lang="zh-CN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格式</a:t>
            </a:r>
            <a:endParaRPr lang="en-US" altLang="zh-CN" sz="1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  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ClassName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:"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dhc.Test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",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  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MethodName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:"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getPatInfo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",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  //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QueryName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:"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LookUpActive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",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   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UserName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:"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张三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},function(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jsonData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){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console.dir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jsonData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); //{“name”:“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张三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”} 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json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对象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});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字符串格式的返回值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$.m({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</a:t>
            </a: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ClassName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:"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dhc.Test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",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MethodName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:"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getPatInfo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",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UserName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:"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张三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},function(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txtData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){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console.dir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txtData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);   //‘{“name”:“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张三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”}‘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字符串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});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30587" y="963891"/>
            <a:ext cx="32800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HISUI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的使用与调用方法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42390" y="1363980"/>
            <a:ext cx="5925820" cy="3529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ym typeface="+mn-ea"/>
              </a:rPr>
              <a:t>$.</a:t>
            </a:r>
            <a:r>
              <a:rPr lang="en-US" altLang="zh-CN" sz="1600" dirty="0" err="1">
                <a:sym typeface="+mn-ea"/>
              </a:rPr>
              <a:t>ajax</a:t>
            </a:r>
            <a:r>
              <a:rPr lang="en-US" altLang="zh-CN" sz="1600" dirty="0">
                <a:sym typeface="+mn-ea"/>
              </a:rPr>
              <a:t>({</a:t>
            </a:r>
            <a:endParaRPr lang="en-US" altLang="zh-CN" sz="1600" dirty="0"/>
          </a:p>
          <a:p>
            <a:pPr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ym typeface="+mn-ea"/>
              </a:rPr>
              <a:t>	url:DELETE_ACTION_URL</a:t>
            </a:r>
            <a:r>
              <a:rPr lang="en-US" altLang="zh-CN" sz="1600" dirty="0">
                <a:sym typeface="+mn-ea"/>
              </a:rPr>
              <a:t>,  </a:t>
            </a:r>
            <a:endParaRPr lang="en-US" altLang="zh-CN" sz="1600" dirty="0"/>
          </a:p>
          <a:p>
            <a:pPr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ym typeface="+mn-ea"/>
              </a:rPr>
              <a:t>	data</a:t>
            </a:r>
            <a:r>
              <a:rPr lang="en-US" altLang="zh-CN" sz="1600" dirty="0">
                <a:sym typeface="+mn-ea"/>
              </a:rPr>
              <a:t>:{</a:t>
            </a:r>
            <a:endParaRPr lang="en-US" altLang="zh-CN" sz="1600" dirty="0"/>
          </a:p>
          <a:p>
            <a:pPr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ym typeface="+mn-ea"/>
              </a:rPr>
              <a:t>	       "</a:t>
            </a:r>
            <a:r>
              <a:rPr lang="en-US" altLang="zh-CN" sz="1600" dirty="0">
                <a:sym typeface="+mn-ea"/>
              </a:rPr>
              <a:t>id" :</a:t>
            </a:r>
            <a:r>
              <a:rPr lang="en-US" altLang="zh-CN" sz="1600" dirty="0" err="1">
                <a:sym typeface="+mn-ea"/>
              </a:rPr>
              <a:t> RowId</a:t>
            </a:r>
            <a:r>
              <a:rPr lang="en-US" altLang="zh-CN" sz="1600" dirty="0">
                <a:sym typeface="+mn-ea"/>
              </a:rPr>
              <a:t>   </a:t>
            </a:r>
            <a:endParaRPr lang="en-US" altLang="zh-CN" sz="1600" dirty="0">
              <a:sym typeface="+mn-ea"/>
            </a:endParaRPr>
          </a:p>
          <a:p>
            <a:pPr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ym typeface="+mn-ea"/>
              </a:rPr>
              <a:t>	},  </a:t>
            </a:r>
            <a:endParaRPr lang="en-US" altLang="zh-CN" sz="1600" dirty="0"/>
          </a:p>
          <a:p>
            <a:pPr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ym typeface="+mn-ea"/>
              </a:rPr>
              <a:t>	</a:t>
            </a:r>
            <a:r>
              <a:rPr lang="en-US" altLang="zh-CN" sz="1600" dirty="0" err="1" smtClean="0">
                <a:sym typeface="+mn-ea"/>
              </a:rPr>
              <a:t>type</a:t>
            </a:r>
            <a:r>
              <a:rPr lang="en-US" altLang="zh-CN" sz="1600" dirty="0" err="1">
                <a:sym typeface="+mn-ea"/>
              </a:rPr>
              <a:t>:"POST</a:t>
            </a:r>
            <a:r>
              <a:rPr lang="en-US" altLang="zh-CN" sz="1600" dirty="0">
                <a:sym typeface="+mn-ea"/>
              </a:rPr>
              <a:t>",   </a:t>
            </a:r>
            <a:endParaRPr lang="en-US" altLang="zh-CN" sz="1600" dirty="0"/>
          </a:p>
          <a:p>
            <a:pPr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ym typeface="+mn-ea"/>
              </a:rPr>
              <a:t>	success</a:t>
            </a:r>
            <a:r>
              <a:rPr lang="en-US" altLang="zh-CN" sz="1600" dirty="0">
                <a:sym typeface="+mn-ea"/>
              </a:rPr>
              <a:t>: function(data</a:t>
            </a:r>
            <a:r>
              <a:rPr lang="en-US" altLang="zh-CN" sz="1600" dirty="0" smtClean="0">
                <a:sym typeface="+mn-ea"/>
              </a:rPr>
              <a:t>){</a:t>
            </a:r>
            <a:endParaRPr lang="en-US" altLang="zh-CN" sz="1600" dirty="0" smtClean="0">
              <a:sym typeface="+mn-ea"/>
            </a:endParaRPr>
          </a:p>
          <a:p>
            <a:pPr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>
                <a:sym typeface="+mn-ea"/>
              </a:rPr>
              <a:t>	}</a:t>
            </a:r>
            <a:endParaRPr lang="en-US" altLang="zh-CN" sz="1600" dirty="0" smtClean="0"/>
          </a:p>
          <a:p>
            <a:pPr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ym typeface="+mn-ea"/>
              </a:rPr>
              <a:t>})</a:t>
            </a:r>
            <a:endParaRPr lang="zh-CN" altLang="en-US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endParaRPr lang="en-US" altLang="zh-CN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067694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1779662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上午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放学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5700125" y="1563638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48197" y="1419622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2196019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上午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第二节课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898" y="4374634"/>
            <a:ext cx="1114425" cy="352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558" y="2125482"/>
            <a:ext cx="1114425" cy="352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1009322" y="1121713"/>
            <a:ext cx="21767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000" b="1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Javascript</a:t>
            </a:r>
            <a:r>
              <a:rPr lang="en-US" altLang="zh-CN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76918" y="1521492"/>
            <a:ext cx="4260683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JS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中实现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HISUI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按钮：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&lt;a  id=“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btn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”&gt;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查询按钮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&lt;/a&gt;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50000"/>
              </a:lnSpc>
            </a:pP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var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opt = {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iconCls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:’icon-search’};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$(“#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btn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”).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linkbutton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(opt);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$(“#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btn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”).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linkbutton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(“disable”)   //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禁用按钮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50000"/>
              </a:lnSpc>
            </a:pP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50000"/>
              </a:lnSpc>
            </a:pP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var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obj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= $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HUI.linkbutton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(“#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btn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”,opt);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179705">
              <a:lnSpc>
                <a:spcPct val="150000"/>
              </a:lnSpc>
            </a:pP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obj.disable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();                     //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禁用按钮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36978" y="5055086"/>
            <a:ext cx="162687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74376" y="5455196"/>
            <a:ext cx="88022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HTML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中生成按钮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：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&lt;a 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href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="#" class="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hisui-linkbutton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" data-options="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iconCls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:'icon-search'"&gt;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查询按钮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&lt;/a&gt;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面板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面</a:t>
              </a:r>
              <a:r>
                <a:rPr lang="zh-CN" altLang="en-US" sz="2400" dirty="0"/>
                <a:t>板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1" y="1597744"/>
            <a:ext cx="525780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1" y="2989064"/>
            <a:ext cx="52324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1" y="4270209"/>
            <a:ext cx="528320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04" y="5552909"/>
            <a:ext cx="52578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4005064"/>
            <a:ext cx="5232400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040" y="1700808"/>
            <a:ext cx="5181600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面板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675" y="932815"/>
            <a:ext cx="2778125" cy="567055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面板代码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/>
        </p:nvSpPr>
        <p:spPr>
          <a:xfrm>
            <a:off x="605155" y="1536700"/>
            <a:ext cx="10285095" cy="2491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常用面板代码：   </a:t>
            </a:r>
            <a:endParaRPr lang="en-US" altLang="zh-CN" sz="2400" dirty="0" smtClean="0"/>
          </a:p>
          <a:p>
            <a:r>
              <a:rPr lang="en-US" altLang="zh-CN" sz="2000" dirty="0" smtClean="0"/>
              <a:t>&lt;div class="</a:t>
            </a:r>
            <a:r>
              <a:rPr lang="en-US" altLang="zh-CN" sz="2000" dirty="0" err="1" smtClean="0"/>
              <a:t>hisui</a:t>
            </a:r>
            <a:r>
              <a:rPr lang="en-US" altLang="zh-CN" sz="2000" dirty="0" smtClean="0"/>
              <a:t>-panel" title="</a:t>
            </a:r>
            <a:r>
              <a:rPr lang="zh-CN" altLang="en-US" sz="2000" dirty="0" smtClean="0"/>
              <a:t>病人信息</a:t>
            </a:r>
            <a:r>
              <a:rPr lang="en-US" altLang="zh-CN" sz="2000" dirty="0" smtClean="0"/>
              <a:t>"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style="width:400px;padding:10px 30px 20px 30px" data-options="</a:t>
            </a:r>
            <a:r>
              <a:rPr lang="en-US" altLang="zh-CN" sz="2000" dirty="0" err="1" smtClean="0"/>
              <a:t>iconCls:'icon</a:t>
            </a:r>
            <a:r>
              <a:rPr lang="en-US" altLang="zh-CN" sz="2000" dirty="0" smtClean="0"/>
              <a:t>-save',</a:t>
            </a:r>
            <a:endParaRPr lang="en-US" altLang="zh-CN" sz="2000" dirty="0" smtClean="0"/>
          </a:p>
          <a:p>
            <a:r>
              <a:rPr lang="en-US" altLang="zh-CN" sz="2000" dirty="0" smtClean="0"/>
              <a:t>closable:true,collapsible:true,minimizable:true,maximizable:true"&gt;&lt;/div&gt;</a:t>
            </a:r>
            <a:endParaRPr lang="en-US" altLang="zh-CN" sz="2000" dirty="0" smtClean="0"/>
          </a:p>
          <a:p>
            <a:r>
              <a:rPr lang="zh-CN" altLang="en-US" sz="2400" dirty="0" smtClean="0">
                <a:solidFill>
                  <a:srgbClr val="FF0000"/>
                </a:solidFill>
              </a:rPr>
              <a:t>灰色面板只需修改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headerCls:'panel</a:t>
            </a:r>
            <a:r>
              <a:rPr lang="en-US" altLang="zh-CN" sz="2400" dirty="0" smtClean="0">
                <a:solidFill>
                  <a:srgbClr val="FF0000"/>
                </a:solidFill>
              </a:rPr>
              <a:t>-header-gray‘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r>
              <a:rPr lang="zh-CN" altLang="en-US" sz="2400" dirty="0" smtClean="0">
                <a:solidFill>
                  <a:srgbClr val="FF0000"/>
                </a:solidFill>
              </a:rPr>
              <a:t>蓝色面板只需修改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headerCls:'panel</a:t>
            </a:r>
            <a:r>
              <a:rPr lang="en-US" altLang="zh-CN" sz="2400" dirty="0" smtClean="0">
                <a:solidFill>
                  <a:srgbClr val="FF0000"/>
                </a:solidFill>
              </a:rPr>
              <a:t>-header-blue'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endParaRPr lang="en-US" altLang="zh-CN" sz="2400" dirty="0" smtClean="0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05155" y="4095115"/>
            <a:ext cx="10629900" cy="2430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卡片类型面板代码：   </a:t>
            </a:r>
            <a:endParaRPr lang="en-US" altLang="zh-CN" sz="2400" dirty="0" smtClean="0"/>
          </a:p>
          <a:p>
            <a:pPr lvl="0"/>
            <a:r>
              <a:rPr lang="en-US" altLang="zh-CN" sz="2000" dirty="0" smtClean="0"/>
              <a:t>&lt;div class="</a:t>
            </a:r>
            <a:r>
              <a:rPr lang="en-US" altLang="zh-CN" sz="2000" dirty="0" err="1" smtClean="0"/>
              <a:t>hisui</a:t>
            </a:r>
            <a:r>
              <a:rPr lang="en-US" altLang="zh-CN" sz="2000" dirty="0" smtClean="0"/>
              <a:t>-panel" title="</a:t>
            </a:r>
            <a:r>
              <a:rPr lang="zh-CN" altLang="zh-CN" sz="2000" dirty="0" smtClean="0"/>
              <a:t>登记</a:t>
            </a:r>
            <a:r>
              <a:rPr lang="en-US" altLang="zh-CN" sz="2000" dirty="0" smtClean="0"/>
              <a:t>" style="height:150px;width:400px;padding:10px 30px 20px 30px" data-options="</a:t>
            </a:r>
            <a:r>
              <a:rPr lang="en-US" altLang="zh-CN" sz="2000" dirty="0" err="1" smtClean="0"/>
              <a:t>headerCls:'panel</a:t>
            </a:r>
            <a:r>
              <a:rPr lang="en-US" altLang="zh-CN" sz="2000" dirty="0" smtClean="0"/>
              <a:t>-header-card'"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&gt;</a:t>
            </a:r>
            <a:r>
              <a:rPr lang="zh-CN" altLang="zh-CN" sz="2000" dirty="0" smtClean="0"/>
              <a:t>卡片类型面板</a:t>
            </a:r>
            <a:r>
              <a:rPr lang="en-US" altLang="zh-CN" sz="2000" dirty="0" smtClean="0"/>
              <a:t>&lt;/div&gt;</a:t>
            </a:r>
            <a:endParaRPr lang="en-US" altLang="zh-CN" sz="2000" dirty="0" smtClean="0"/>
          </a:p>
          <a:p>
            <a:pPr lvl="0"/>
            <a:endParaRPr lang="en-US" altLang="zh-CN" sz="2000" dirty="0" smtClean="0"/>
          </a:p>
          <a:p>
            <a:pPr lvl="0"/>
            <a:r>
              <a:rPr lang="zh-CN" altLang="en-US" sz="2400" dirty="0" smtClean="0">
                <a:solidFill>
                  <a:srgbClr val="FF0000"/>
                </a:solidFill>
              </a:rPr>
              <a:t>灰色卡片面板只需修改</a:t>
            </a:r>
            <a:r>
              <a:rPr lang="en-US" altLang="zh-CN" sz="2400" dirty="0" smtClean="0">
                <a:solidFill>
                  <a:srgbClr val="FF0000"/>
                </a:solidFill>
              </a:rPr>
              <a:t>"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headerCls:'panel</a:t>
            </a:r>
            <a:r>
              <a:rPr lang="en-US" altLang="zh-CN" sz="2400" dirty="0" smtClean="0">
                <a:solidFill>
                  <a:srgbClr val="FF0000"/>
                </a:solidFill>
              </a:rPr>
              <a:t>-header-card-gray'"</a:t>
            </a:r>
            <a:endParaRPr lang="zh-CN" altLang="zh-CN" sz="2400" dirty="0" smtClean="0">
              <a:solidFill>
                <a:srgbClr val="FF0000"/>
              </a:solidFill>
            </a:endParaRPr>
          </a:p>
          <a:p>
            <a:endParaRPr lang="zh-CN" altLang="zh-CN" sz="24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页签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675" y="1220470"/>
            <a:ext cx="1804670" cy="567055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页签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776" y="932894"/>
            <a:ext cx="4471256" cy="230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548" y="3490086"/>
            <a:ext cx="5625771" cy="2862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391" y="932723"/>
            <a:ext cx="4280465" cy="901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059" y="4293096"/>
            <a:ext cx="4296803" cy="2210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171" y="1892829"/>
            <a:ext cx="3468103" cy="2297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页签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675" y="932815"/>
            <a:ext cx="2857500" cy="567055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页签代码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83310" y="1650365"/>
            <a:ext cx="9612630" cy="3846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altLang="zh-CN" sz="2000" dirty="0" smtClean="0"/>
          </a:p>
          <a:p>
            <a:pPr lvl="0"/>
            <a:r>
              <a:rPr lang="en-US" altLang="zh-CN" sz="1600" dirty="0" smtClean="0"/>
              <a:t>&lt;div id="</a:t>
            </a:r>
            <a:r>
              <a:rPr lang="en-US" altLang="zh-CN" sz="1600" dirty="0" err="1" smtClean="0"/>
              <a:t>tt</a:t>
            </a:r>
            <a:r>
              <a:rPr lang="en-US" altLang="zh-CN" sz="1600" dirty="0" smtClean="0"/>
              <a:t>" class="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hisui</a:t>
            </a:r>
            <a:r>
              <a:rPr lang="en-US" altLang="zh-CN" sz="1600" dirty="0" smtClean="0">
                <a:solidFill>
                  <a:srgbClr val="FF0000"/>
                </a:solidFill>
              </a:rPr>
              <a:t>-tabs</a:t>
            </a:r>
            <a:r>
              <a:rPr lang="en-US" altLang="zh-CN" sz="1600" dirty="0" smtClean="0"/>
              <a:t>" style="width:500px;height:250px;"&gt;   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     &lt;div title="</a:t>
            </a:r>
            <a:r>
              <a:rPr lang="zh-CN" altLang="zh-CN" sz="1600" dirty="0" smtClean="0"/>
              <a:t>电子病历</a:t>
            </a:r>
            <a:r>
              <a:rPr lang="en-US" altLang="zh-CN" sz="1600" dirty="0" smtClean="0"/>
              <a:t>" data-options="</a:t>
            </a:r>
            <a:r>
              <a:rPr lang="en-US" altLang="zh-CN" sz="1600" dirty="0" err="1" smtClean="0"/>
              <a:t>iconCls:'icon</a:t>
            </a:r>
            <a:r>
              <a:rPr lang="en-US" altLang="zh-CN" sz="1600" dirty="0" smtClean="0"/>
              <a:t>-add-note'"     style="padding:20px;"&gt;   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 tab1    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     &lt;/div&gt;   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     &lt;div title="</a:t>
            </a:r>
            <a:r>
              <a:rPr lang="zh-CN" altLang="zh-CN" sz="1600" dirty="0" smtClean="0"/>
              <a:t>诊断录入</a:t>
            </a:r>
            <a:r>
              <a:rPr lang="en-US" altLang="zh-CN" sz="1600" dirty="0" smtClean="0"/>
              <a:t>" data-options="</a:t>
            </a:r>
            <a:r>
              <a:rPr lang="en-US" altLang="zh-CN" sz="1600" dirty="0" err="1" smtClean="0"/>
              <a:t>iconCls:'icon-edit',closable:true</a:t>
            </a:r>
            <a:r>
              <a:rPr lang="en-US" altLang="zh-CN" sz="1600" dirty="0" smtClean="0"/>
              <a:t>" style="overflow:auto;padding:20px;display:;"&gt;   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	tab2    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     &lt;/div&gt;   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     &lt;div title="</a:t>
            </a:r>
            <a:r>
              <a:rPr lang="zh-CN" altLang="zh-CN" sz="1600" dirty="0" smtClean="0"/>
              <a:t>医嘱录入</a:t>
            </a:r>
            <a:r>
              <a:rPr lang="en-US" altLang="zh-CN" sz="1600" dirty="0" smtClean="0"/>
              <a:t>" data-options="</a:t>
            </a:r>
            <a:r>
              <a:rPr lang="en-US" altLang="zh-CN" sz="1600" dirty="0" err="1" smtClean="0"/>
              <a:t>iconCls:'icon-write-order',closable:true</a:t>
            </a:r>
            <a:r>
              <a:rPr lang="en-US" altLang="zh-CN" sz="1600" dirty="0" smtClean="0"/>
              <a:t>" style="padding:20px;display:none;"&gt;   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	tab3    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     &lt;/div&gt;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&lt;/div&gt;</a:t>
            </a:r>
            <a:endParaRPr lang="zh-CN" altLang="zh-CN" sz="1600" dirty="0" smtClean="0"/>
          </a:p>
          <a:p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手风琴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18"/>
          <p:cNvGrpSpPr/>
          <p:nvPr/>
        </p:nvGrpSpPr>
        <p:grpSpPr>
          <a:xfrm>
            <a:off x="689965" y="932986"/>
            <a:ext cx="1722836" cy="512480"/>
            <a:chOff x="-3354959" y="-4069617"/>
            <a:chExt cx="9641584" cy="4036246"/>
          </a:xfrm>
        </p:grpSpPr>
        <p:sp>
          <p:nvSpPr>
            <p:cNvPr id="20" name="圆角矩形 19"/>
            <p:cNvSpPr/>
            <p:nvPr/>
          </p:nvSpPr>
          <p:spPr>
            <a:xfrm>
              <a:off x="-3354959" y="-4069617"/>
              <a:ext cx="9641584" cy="403624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手风琴</a:t>
              </a:r>
              <a:endParaRPr lang="zh-CN" altLang="en-US" sz="2400" dirty="0"/>
            </a:p>
          </p:txBody>
        </p:sp>
        <p:sp>
          <p:nvSpPr>
            <p:cNvPr id="21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910" y="945515"/>
            <a:ext cx="2552700" cy="4652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655" y="932815"/>
            <a:ext cx="2565400" cy="4664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手风琴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675" y="932815"/>
            <a:ext cx="2909570" cy="567055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手风琴代码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5340" y="1666875"/>
            <a:ext cx="10200005" cy="4615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&lt;div style="height:300px;width:20px;float:left"&gt;&lt;/div&gt;</a:t>
            </a:r>
            <a:endParaRPr lang="en-US" altLang="zh-CN" dirty="0" smtClean="0"/>
          </a:p>
          <a:p>
            <a:r>
              <a:rPr lang="en-US" altLang="zh-CN" dirty="0" smtClean="0"/>
              <a:t>&lt;div id="acc" class="</a:t>
            </a:r>
            <a:r>
              <a:rPr lang="en-US" altLang="zh-CN" dirty="0" err="1" smtClean="0"/>
              <a:t>h</a:t>
            </a:r>
            <a:r>
              <a:rPr lang="en-US" altLang="zh-CN" dirty="0" err="1" smtClean="0">
                <a:solidFill>
                  <a:srgbClr val="FF0000"/>
                </a:solidFill>
              </a:rPr>
              <a:t>isui</a:t>
            </a:r>
            <a:r>
              <a:rPr lang="en-US" altLang="zh-CN" dirty="0" smtClean="0">
                <a:solidFill>
                  <a:srgbClr val="FF0000"/>
                </a:solidFill>
              </a:rPr>
              <a:t>-accordion</a:t>
            </a:r>
            <a:r>
              <a:rPr lang="en-US" altLang="zh-CN" dirty="0" smtClean="0"/>
              <a:t> accordion-green" style="width:200px;height:450px;float:left;" data-options="</a:t>
            </a:r>
            <a:r>
              <a:rPr lang="en-US" altLang="zh-CN" dirty="0" err="1" smtClean="0"/>
              <a:t>border:false</a:t>
            </a:r>
            <a:r>
              <a:rPr lang="en-US" altLang="zh-CN" dirty="0" smtClean="0"/>
              <a:t>"&gt; </a:t>
            </a:r>
            <a:endParaRPr lang="en-US" altLang="zh-CN" dirty="0" smtClean="0"/>
          </a:p>
          <a:p>
            <a:r>
              <a:rPr lang="en-US" altLang="zh-CN" dirty="0" smtClean="0"/>
              <a:t>&lt;div title="</a:t>
            </a:r>
            <a:r>
              <a:rPr lang="zh-CN" altLang="en-US" dirty="0" smtClean="0"/>
              <a:t>等待区</a:t>
            </a:r>
            <a:r>
              <a:rPr lang="en-US" altLang="zh-CN" dirty="0" smtClean="0"/>
              <a:t>"</a:t>
            </a:r>
            <a:r>
              <a:rPr lang="zh-CN" altLang="en-US" dirty="0" smtClean="0"/>
              <a:t> </a:t>
            </a:r>
            <a:r>
              <a:rPr lang="en-US" altLang="zh-CN" dirty="0" smtClean="0"/>
              <a:t>data-options="</a:t>
            </a:r>
            <a:r>
              <a:rPr lang="en-US" altLang="zh-CN" dirty="0" err="1" smtClean="0"/>
              <a:t>iconCls:'icon</a:t>
            </a:r>
            <a:r>
              <a:rPr lang="en-US" altLang="zh-CN" dirty="0" smtClean="0"/>
              <a:t>-save'" style="overflow:auto;padding:10px;"&gt; </a:t>
            </a:r>
            <a:endParaRPr lang="en-US" altLang="zh-CN" dirty="0" smtClean="0"/>
          </a:p>
          <a:p>
            <a:r>
              <a:rPr lang="en-US" altLang="zh-CN" dirty="0" smtClean="0"/>
              <a:t>&lt;h3 style="color:#0099FF;"&gt;Accordion for </a:t>
            </a:r>
            <a:r>
              <a:rPr lang="en-US" altLang="zh-CN" dirty="0" err="1" smtClean="0"/>
              <a:t>jQuery</a:t>
            </a:r>
            <a:r>
              <a:rPr lang="en-US" altLang="zh-CN" dirty="0" smtClean="0"/>
              <a:t>&lt;/h3&gt; </a:t>
            </a:r>
            <a:endParaRPr lang="en-US" altLang="zh-CN" dirty="0" smtClean="0"/>
          </a:p>
          <a:p>
            <a:r>
              <a:rPr lang="en-US" altLang="zh-CN" dirty="0" smtClean="0"/>
              <a:t>&lt;p&gt;Accordion is a part of </a:t>
            </a:r>
            <a:r>
              <a:rPr lang="en-US" altLang="zh-CN" dirty="0" err="1" smtClean="0"/>
              <a:t>easyui</a:t>
            </a:r>
            <a:r>
              <a:rPr lang="en-US" altLang="zh-CN" dirty="0" smtClean="0"/>
              <a:t> framework for </a:t>
            </a:r>
            <a:r>
              <a:rPr lang="en-US" altLang="zh-CN" dirty="0" err="1" smtClean="0"/>
              <a:t>jQuery</a:t>
            </a:r>
            <a:r>
              <a:rPr lang="en-US" altLang="zh-CN" dirty="0" smtClean="0"/>
              <a:t>. </a:t>
            </a:r>
            <a:endParaRPr lang="en-US" altLang="zh-CN" dirty="0" smtClean="0"/>
          </a:p>
          <a:p>
            <a:r>
              <a:rPr lang="en-US" altLang="zh-CN" dirty="0" smtClean="0"/>
              <a:t>It lets you define your accordion component on web page more easily.&lt;/p&gt; </a:t>
            </a:r>
            <a:endParaRPr lang="en-US" altLang="zh-CN" dirty="0" smtClean="0"/>
          </a:p>
          <a:p>
            <a:r>
              <a:rPr lang="en-US" altLang="zh-CN" dirty="0" smtClean="0"/>
              <a:t>&lt;/div&gt; </a:t>
            </a:r>
            <a:endParaRPr lang="en-US" altLang="zh-CN" dirty="0" smtClean="0"/>
          </a:p>
          <a:p>
            <a:r>
              <a:rPr lang="en-US" altLang="zh-CN" dirty="0" smtClean="0"/>
              <a:t>&lt;div title="</a:t>
            </a:r>
            <a:r>
              <a:rPr lang="zh-CN" altLang="en-US" dirty="0" smtClean="0"/>
              <a:t>住院区</a:t>
            </a:r>
            <a:r>
              <a:rPr lang="en-US" altLang="zh-CN" dirty="0" smtClean="0"/>
              <a:t>"</a:t>
            </a:r>
            <a:r>
              <a:rPr lang="zh-CN" altLang="en-US" dirty="0" smtClean="0"/>
              <a:t> </a:t>
            </a:r>
            <a:r>
              <a:rPr lang="en-US" altLang="zh-CN" dirty="0" smtClean="0"/>
              <a:t>data-options="</a:t>
            </a:r>
            <a:r>
              <a:rPr lang="en-US" altLang="zh-CN" dirty="0" err="1" smtClean="0"/>
              <a:t>iconCls:'icon-reload',selected:true</a:t>
            </a:r>
            <a:r>
              <a:rPr lang="en-US" altLang="zh-CN" dirty="0" smtClean="0"/>
              <a:t>" style="padding:10px;"&gt; </a:t>
            </a:r>
            <a:endParaRPr lang="en-US" altLang="zh-CN" dirty="0" smtClean="0"/>
          </a:p>
          <a:p>
            <a:r>
              <a:rPr lang="zh-CN" altLang="en-US" dirty="0" smtClean="0"/>
              <a:t>此手风琴可以进行增加和删除操作 </a:t>
            </a:r>
            <a:endParaRPr lang="zh-CN" altLang="en-US" dirty="0" smtClean="0"/>
          </a:p>
          <a:p>
            <a:r>
              <a:rPr lang="en-US" altLang="zh-CN" dirty="0" smtClean="0"/>
              <a:t>&lt;/div&gt; </a:t>
            </a:r>
            <a:endParaRPr lang="en-US" altLang="zh-CN" dirty="0" smtClean="0"/>
          </a:p>
          <a:p>
            <a:pPr algn="l">
              <a:buClrTx/>
              <a:buSzTx/>
              <a:buNone/>
            </a:pPr>
            <a:r>
              <a:rPr lang="en-US" altLang="zh-CN" dirty="0" smtClean="0"/>
              <a:t>&lt;div title="出院区"&gt;</a:t>
            </a:r>
            <a:r>
              <a:rPr lang="en-US" altLang="zh-CN" sz="1800" dirty="0" smtClean="0"/>
              <a:t> </a:t>
            </a:r>
            <a:endParaRPr lang="en-US" altLang="zh-CN" sz="1800" dirty="0" smtClean="0"/>
          </a:p>
          <a:p>
            <a:pPr algn="l">
              <a:buClrTx/>
              <a:buSzTx/>
              <a:buNone/>
            </a:pPr>
            <a:r>
              <a:rPr lang="en-US" altLang="zh-CN" sz="1800" dirty="0" smtClean="0"/>
              <a:t>content3 </a:t>
            </a:r>
            <a:endParaRPr lang="en-US" altLang="zh-CN" sz="1800" dirty="0" smtClean="0"/>
          </a:p>
          <a:p>
            <a:pPr algn="l">
              <a:buClrTx/>
              <a:buSzTx/>
              <a:buNone/>
            </a:pPr>
            <a:r>
              <a:rPr lang="en-US" altLang="zh-CN" sz="1800" dirty="0" smtClean="0"/>
              <a:t>&lt;/div&gt; </a:t>
            </a:r>
            <a:endParaRPr lang="en-US" altLang="zh-CN" sz="1800" dirty="0" smtClean="0"/>
          </a:p>
          <a:p>
            <a:pPr algn="l">
              <a:buClrTx/>
              <a:buSzTx/>
              <a:buNone/>
            </a:pPr>
            <a:r>
              <a:rPr lang="en-US" altLang="zh-CN" sz="1800" dirty="0" smtClean="0"/>
              <a:t>&lt;/div&gt; </a:t>
            </a:r>
            <a:endParaRPr lang="en-US" altLang="zh-CN" sz="2400" dirty="0" smtClean="0"/>
          </a:p>
          <a:p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五方布局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0" y="769620"/>
            <a:ext cx="2221230" cy="634365"/>
            <a:chOff x="159919" y="-11419059"/>
            <a:chExt cx="16054444" cy="11385688"/>
          </a:xfrm>
        </p:grpSpPr>
        <p:sp>
          <p:nvSpPr>
            <p:cNvPr id="32" name="圆角矩形 31"/>
            <p:cNvSpPr/>
            <p:nvPr/>
          </p:nvSpPr>
          <p:spPr>
            <a:xfrm>
              <a:off x="2688792" y="-11419059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布</a:t>
              </a:r>
              <a:r>
                <a:rPr lang="zh-CN" altLang="en-US" sz="2400" dirty="0"/>
                <a:t>局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356" y="1264512"/>
            <a:ext cx="7680853" cy="5144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五方布局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960297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五方布局代码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9750" y="1710055"/>
            <a:ext cx="11307445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dirty="0" smtClean="0"/>
              <a:t>&lt;div id="cc" class="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hisui</a:t>
            </a:r>
            <a:r>
              <a:rPr lang="en-US" altLang="zh-CN" sz="2000" dirty="0" smtClean="0">
                <a:solidFill>
                  <a:srgbClr val="FF0000"/>
                </a:solidFill>
              </a:rPr>
              <a:t>-layout</a:t>
            </a:r>
            <a:r>
              <a:rPr lang="en-US" altLang="zh-CN" sz="2000" dirty="0" smtClean="0"/>
              <a:t>" style="width:600px;height:400px;"&gt;   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&lt;div data-options="</a:t>
            </a:r>
            <a:r>
              <a:rPr lang="en-US" altLang="zh-CN" sz="2000" dirty="0" err="1" smtClean="0"/>
              <a:t>region:'north',title:'North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Title',headerCls:'panel</a:t>
            </a:r>
            <a:r>
              <a:rPr lang="en-US" altLang="zh-CN" sz="2000" dirty="0" smtClean="0"/>
              <a:t>-header'" style="height:100px;"&gt;&lt;/div&gt;   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&lt;div data-options="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region:'south'</a:t>
            </a:r>
            <a:r>
              <a:rPr lang="en-US" altLang="zh-CN" sz="2000" dirty="0" err="1" smtClean="0"/>
              <a:t>,title:'South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Title',split:true,headerCls:'panel-header-gray',collapsed:true</a:t>
            </a:r>
            <a:r>
              <a:rPr lang="en-US" altLang="zh-CN" sz="2000" dirty="0" smtClean="0"/>
              <a:t>" style="height:100px;"&gt;&lt;/div&gt;   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&lt;div data-options="</a:t>
            </a:r>
            <a:r>
              <a:rPr lang="en-US" altLang="zh-CN" sz="2000" dirty="0" smtClean="0">
                <a:solidFill>
                  <a:srgbClr val="FF0000"/>
                </a:solidFill>
              </a:rPr>
              <a:t>region:'east</a:t>
            </a:r>
            <a:r>
              <a:rPr lang="en-US" altLang="zh-CN" sz="2000" dirty="0" smtClean="0"/>
              <a:t>',iconCls:'icon-reload',title:'East',split:true,headerCls:'panel-header-gray',collapsed:true" style="width:100px;"&gt;&lt;/div&gt;   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&lt;div data-options="</a:t>
            </a:r>
            <a:r>
              <a:rPr lang="en-US" altLang="zh-CN" sz="2000" dirty="0" smtClean="0">
                <a:solidFill>
                  <a:srgbClr val="FF0000"/>
                </a:solidFill>
              </a:rPr>
              <a:t>region:'west'</a:t>
            </a:r>
            <a:r>
              <a:rPr lang="en-US" altLang="zh-CN" sz="2000" dirty="0" smtClean="0"/>
              <a:t>,title:'West',split:true,headerCls:'panel-header-gray'" style="width:100px;"&gt;</a:t>
            </a:r>
            <a:r>
              <a:rPr lang="zh-CN" altLang="zh-CN" sz="2000" dirty="0" smtClean="0"/>
              <a:t>导航菜单</a:t>
            </a:r>
            <a:r>
              <a:rPr lang="en-US" altLang="zh-CN" sz="2000" dirty="0" smtClean="0"/>
              <a:t>&lt;/div&gt;   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&lt;div data-options="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region:'center'</a:t>
            </a:r>
            <a:r>
              <a:rPr lang="en-US" altLang="zh-CN" sz="2000" dirty="0" err="1" smtClean="0"/>
              <a:t>,title:'main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title',headerCls:'panel</a:t>
            </a:r>
            <a:r>
              <a:rPr lang="en-US" altLang="zh-CN" sz="2000" dirty="0" smtClean="0"/>
              <a:t>-header-gray'" style="padding:5px;background:#eee;"&gt;</a:t>
            </a:r>
            <a:r>
              <a:rPr lang="zh-CN" altLang="zh-CN" sz="2000" dirty="0" smtClean="0"/>
              <a:t>主要的内容</a:t>
            </a:r>
            <a:r>
              <a:rPr lang="en-US" altLang="zh-CN" sz="2000" dirty="0" smtClean="0"/>
              <a:t>&lt;/div&gt;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&lt;/div&gt;</a:t>
            </a:r>
            <a:endParaRPr lang="zh-CN" altLang="zh-CN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按钮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按钮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9555" y="1842135"/>
            <a:ext cx="12193270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dirty="0" smtClean="0"/>
              <a:t>&lt;a </a:t>
            </a:r>
            <a:r>
              <a:rPr lang="en-US" altLang="zh-CN" sz="2000" dirty="0" err="1" smtClean="0"/>
              <a:t>href</a:t>
            </a:r>
            <a:r>
              <a:rPr lang="en-US" altLang="zh-CN" sz="2000" dirty="0" smtClean="0"/>
              <a:t>="#" class="</a:t>
            </a:r>
            <a:r>
              <a:rPr lang="en-US" altLang="zh-CN" sz="2000" dirty="0" err="1" smtClean="0"/>
              <a:t>hisui-linkbutton</a:t>
            </a:r>
            <a:r>
              <a:rPr lang="en-US" altLang="zh-CN" sz="2000" dirty="0" smtClean="0"/>
              <a:t>" data-options="</a:t>
            </a:r>
            <a:r>
              <a:rPr lang="en-US" altLang="zh-CN" sz="2000" dirty="0" err="1" smtClean="0"/>
              <a:t>iconCls:'icon-search',plain:true</a:t>
            </a:r>
            <a:r>
              <a:rPr lang="en-US" altLang="zh-CN" sz="2000" dirty="0" smtClean="0"/>
              <a:t>"&gt;</a:t>
            </a:r>
            <a:r>
              <a:rPr lang="zh-CN" altLang="zh-CN" sz="2000" dirty="0" smtClean="0"/>
              <a:t>查询</a:t>
            </a:r>
            <a:r>
              <a:rPr lang="en-US" altLang="zh-CN" sz="2000" dirty="0" smtClean="0"/>
              <a:t>&lt;/a&gt;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&lt;a </a:t>
            </a:r>
            <a:r>
              <a:rPr lang="en-US" altLang="zh-CN" sz="2000" dirty="0" err="1" smtClean="0"/>
              <a:t>href</a:t>
            </a:r>
            <a:r>
              <a:rPr lang="en-US" altLang="zh-CN" sz="2000" dirty="0" smtClean="0"/>
              <a:t>="#" class="</a:t>
            </a:r>
            <a:r>
              <a:rPr lang="en-US" altLang="zh-CN" sz="2000" dirty="0" err="1" smtClean="0"/>
              <a:t>hisui-linkbutton</a:t>
            </a:r>
            <a:r>
              <a:rPr lang="en-US" altLang="zh-CN" sz="2000" dirty="0" smtClean="0"/>
              <a:t>" data-options="</a:t>
            </a:r>
            <a:r>
              <a:rPr lang="en-US" altLang="zh-CN" sz="2000" dirty="0" err="1" smtClean="0"/>
              <a:t>iconCls:'icon-search',plain:true</a:t>
            </a:r>
            <a:r>
              <a:rPr lang="en-US" altLang="zh-CN" sz="2000" dirty="0" smtClean="0"/>
              <a:t>" disabled&gt;</a:t>
            </a:r>
            <a:r>
              <a:rPr lang="zh-CN" altLang="zh-CN" sz="2000" dirty="0" smtClean="0"/>
              <a:t>禁用</a:t>
            </a:r>
            <a:r>
              <a:rPr lang="en-US" altLang="zh-CN" sz="2000" dirty="0" smtClean="0"/>
              <a:t>&lt;/a&gt;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&lt;a </a:t>
            </a:r>
            <a:r>
              <a:rPr lang="en-US" altLang="zh-CN" sz="2000" dirty="0" err="1" smtClean="0"/>
              <a:t>href</a:t>
            </a:r>
            <a:r>
              <a:rPr lang="en-US" altLang="zh-CN" sz="2000" dirty="0" smtClean="0"/>
              <a:t>="#" class="</a:t>
            </a:r>
            <a:r>
              <a:rPr lang="en-US" altLang="zh-CN" sz="2000" dirty="0" err="1" smtClean="0"/>
              <a:t>hisui-linkbutton</a:t>
            </a:r>
            <a:r>
              <a:rPr lang="en-US" altLang="zh-CN" sz="2000" dirty="0" smtClean="0"/>
              <a:t>" data-options="</a:t>
            </a:r>
            <a:r>
              <a:rPr lang="en-US" altLang="zh-CN" sz="2000" dirty="0" err="1" smtClean="0"/>
              <a:t>iconCls:'icon</a:t>
            </a:r>
            <a:r>
              <a:rPr lang="en-US" altLang="zh-CN" sz="2000" dirty="0" smtClean="0"/>
              <a:t>-search'" disabled&gt;</a:t>
            </a:r>
            <a:r>
              <a:rPr lang="zh-CN" altLang="zh-CN" sz="2000" dirty="0" smtClean="0"/>
              <a:t>禁用</a:t>
            </a:r>
            <a:r>
              <a:rPr lang="en-US" altLang="zh-CN" sz="2000" dirty="0" smtClean="0"/>
              <a:t>&lt;/a&gt;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&lt;a </a:t>
            </a:r>
            <a:r>
              <a:rPr lang="en-US" altLang="zh-CN" sz="2000" dirty="0" err="1" smtClean="0"/>
              <a:t>href</a:t>
            </a:r>
            <a:r>
              <a:rPr lang="en-US" altLang="zh-CN" sz="2000" dirty="0" smtClean="0"/>
              <a:t>="#" class="</a:t>
            </a:r>
            <a:r>
              <a:rPr lang="en-US" altLang="zh-CN" sz="2000" dirty="0" err="1" smtClean="0"/>
              <a:t>hisui-linkbutton</a:t>
            </a:r>
            <a:r>
              <a:rPr lang="en-US" altLang="zh-CN" sz="2000" dirty="0" smtClean="0"/>
              <a:t>" data-options="</a:t>
            </a:r>
            <a:r>
              <a:rPr lang="en-US" altLang="zh-CN" sz="2000" dirty="0" err="1" smtClean="0"/>
              <a:t>iconCls:'icon</a:t>
            </a:r>
            <a:r>
              <a:rPr lang="en-US" altLang="zh-CN" sz="2000" dirty="0" smtClean="0"/>
              <a:t>-search'"&gt;</a:t>
            </a:r>
            <a:r>
              <a:rPr lang="zh-CN" altLang="zh-CN" sz="2000" dirty="0" smtClean="0"/>
              <a:t>查询按钮</a:t>
            </a:r>
            <a:r>
              <a:rPr lang="en-US" altLang="zh-CN" sz="2000" dirty="0" smtClean="0"/>
              <a:t>&lt;/a&gt;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&lt;a </a:t>
            </a:r>
            <a:r>
              <a:rPr lang="en-US" altLang="zh-CN" sz="2000" dirty="0" err="1" smtClean="0"/>
              <a:t>href</a:t>
            </a:r>
            <a:r>
              <a:rPr lang="en-US" altLang="zh-CN" sz="2000" dirty="0" smtClean="0"/>
              <a:t>="#" class="</a:t>
            </a:r>
            <a:r>
              <a:rPr lang="en-US" altLang="zh-CN" sz="2000" dirty="0" err="1" smtClean="0"/>
              <a:t>hisui-linkbutton</a:t>
            </a:r>
            <a:r>
              <a:rPr lang="en-US" altLang="zh-CN" sz="2000" dirty="0" smtClean="0"/>
              <a:t>" data-options="</a:t>
            </a:r>
            <a:r>
              <a:rPr lang="en-US" altLang="zh-CN" sz="2000" dirty="0" err="1" smtClean="0"/>
              <a:t>iconImg:'update.png</a:t>
            </a:r>
            <a:r>
              <a:rPr lang="en-US" altLang="zh-CN" sz="2000" dirty="0" smtClean="0"/>
              <a:t>'"&gt;</a:t>
            </a:r>
            <a:r>
              <a:rPr lang="zh-CN" altLang="zh-CN" sz="2000" dirty="0" smtClean="0"/>
              <a:t>清屏</a:t>
            </a:r>
            <a:r>
              <a:rPr lang="en-US" altLang="zh-CN" sz="2000" dirty="0" smtClean="0"/>
              <a:t>&lt;/a&gt;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&lt;a </a:t>
            </a:r>
            <a:r>
              <a:rPr lang="en-US" altLang="zh-CN" sz="2000" dirty="0" err="1" smtClean="0"/>
              <a:t>href</a:t>
            </a:r>
            <a:r>
              <a:rPr lang="en-US" altLang="zh-CN" sz="2000" dirty="0" smtClean="0"/>
              <a:t>="#" class="</a:t>
            </a:r>
            <a:r>
              <a:rPr lang="en-US" altLang="zh-CN" sz="2000" dirty="0" err="1" smtClean="0"/>
              <a:t>hisui-linkbutton</a:t>
            </a:r>
            <a:r>
              <a:rPr lang="en-US" altLang="zh-CN" sz="2000" dirty="0" smtClean="0"/>
              <a:t>" id="btn1"&gt;</a:t>
            </a:r>
            <a:r>
              <a:rPr lang="zh-CN" altLang="zh-CN" sz="2000" dirty="0" smtClean="0"/>
              <a:t>确定</a:t>
            </a:r>
            <a:r>
              <a:rPr lang="en-US" altLang="zh-CN" sz="2000" dirty="0" smtClean="0"/>
              <a:t>&lt;/a&gt;</a:t>
            </a:r>
            <a:endParaRPr lang="zh-CN" altLang="zh-CN" sz="2000" dirty="0"/>
          </a:p>
        </p:txBody>
      </p:sp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31637" y="932723"/>
            <a:ext cx="7029451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623570" y="3780155"/>
            <a:ext cx="7676515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dirty="0" err="1" smtClean="0"/>
              <a:t>&lt;script type="text/javascript"&gt;</a:t>
            </a:r>
            <a:endParaRPr lang="en-US" altLang="zh-CN" sz="2000" dirty="0" err="1" smtClean="0"/>
          </a:p>
          <a:p>
            <a:pPr lvl="0"/>
            <a:r>
              <a:rPr lang="en-US" altLang="zh-CN" sz="2000" dirty="0" err="1" smtClean="0"/>
              <a:t>var init = function () {</a:t>
            </a:r>
            <a:endParaRPr lang="en-US" altLang="zh-CN" sz="2000" dirty="0" err="1" smtClean="0"/>
          </a:p>
          <a:p>
            <a:pPr lvl="0"/>
            <a:r>
              <a:rPr lang="en-US" altLang="zh-CN" sz="2000" dirty="0" err="1" smtClean="0"/>
              <a:t>        var valbox = $HUI.linkbutton("#btn1");</a:t>
            </a:r>
            <a:endParaRPr lang="en-US" altLang="zh-CN" sz="2000" dirty="0" err="1" smtClean="0"/>
          </a:p>
          <a:p>
            <a:pPr lvl="0"/>
            <a:r>
              <a:rPr lang="en-US" altLang="zh-CN" sz="2000" dirty="0" err="1" smtClean="0"/>
              <a:t>        $("#btn1").click(function (argument) {</a:t>
            </a:r>
            <a:endParaRPr lang="en-US" altLang="zh-CN" sz="2000" dirty="0" err="1" smtClean="0"/>
          </a:p>
          <a:p>
            <a:pPr lvl="0"/>
            <a:r>
              <a:rPr lang="en-US" altLang="zh-CN" sz="2000" dirty="0" err="1" smtClean="0"/>
              <a:t>           alert("你确定？");</a:t>
            </a:r>
            <a:endParaRPr lang="en-US" altLang="zh-CN" sz="2000" dirty="0" err="1" smtClean="0"/>
          </a:p>
          <a:p>
            <a:pPr lvl="0"/>
            <a:r>
              <a:rPr lang="en-US" altLang="zh-CN" sz="2000" dirty="0" err="1" smtClean="0"/>
              <a:t>        });</a:t>
            </a:r>
            <a:endParaRPr lang="en-US" altLang="zh-CN" sz="2000" dirty="0" err="1" smtClean="0"/>
          </a:p>
          <a:p>
            <a:pPr lvl="0"/>
            <a:r>
              <a:rPr lang="en-US" altLang="zh-CN" sz="2000" dirty="0" err="1" smtClean="0"/>
              <a:t> }</a:t>
            </a:r>
            <a:endParaRPr lang="en-US" altLang="zh-CN" sz="2000" dirty="0" err="1" smtClean="0"/>
          </a:p>
          <a:p>
            <a:pPr lvl="0"/>
            <a:r>
              <a:rPr lang="en-US" altLang="zh-CN" sz="2000" dirty="0" err="1" smtClean="0"/>
              <a:t>$(init);</a:t>
            </a:r>
            <a:endParaRPr lang="en-US" altLang="zh-CN" sz="2000" dirty="0" err="1" smtClean="0"/>
          </a:p>
          <a:p>
            <a:pPr lvl="0"/>
            <a:r>
              <a:rPr lang="en-US" altLang="zh-CN" sz="2000" dirty="0" err="1" smtClean="0"/>
              <a:t>&lt;/script&gt;  </a:t>
            </a:r>
            <a:endParaRPr lang="en-US" altLang="zh-CN" sz="2000" dirty="0" err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按钮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675" y="932815"/>
            <a:ext cx="3093720" cy="567055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菜单按钮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17" y="1643526"/>
            <a:ext cx="11514497" cy="151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173" y="3429273"/>
            <a:ext cx="1739900" cy="165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796037" y="3470136"/>
            <a:ext cx="554736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//</a:t>
            </a:r>
            <a:r>
              <a:rPr lang="zh-CN" altLang="en-US" sz="2400" dirty="0" smtClean="0"/>
              <a:t>通过</a:t>
            </a:r>
            <a:r>
              <a:rPr lang="en-US" altLang="zh-CN" sz="2400" dirty="0" smtClean="0"/>
              <a:t>id</a:t>
            </a:r>
            <a:r>
              <a:rPr lang="zh-CN" altLang="en-US" sz="2400" dirty="0" smtClean="0"/>
              <a:t>定义单击事件</a:t>
            </a:r>
            <a:endParaRPr lang="zh-CN" altLang="en-US" sz="2400" dirty="0"/>
          </a:p>
          <a:p>
            <a:r>
              <a:rPr lang="en-US" altLang="zh-CN" sz="2400" dirty="0"/>
              <a:t>$("#</a:t>
            </a:r>
            <a:r>
              <a:rPr lang="en-US" altLang="zh-CN" sz="2400" dirty="0" err="1"/>
              <a:t>btnUpProperty</a:t>
            </a:r>
            <a:r>
              <a:rPr lang="en-US" altLang="zh-CN" sz="2400" dirty="0"/>
              <a:t>").click(</a:t>
            </a:r>
            <a:r>
              <a:rPr lang="en-US" altLang="zh-CN" sz="2400" b="1" dirty="0"/>
              <a:t>function (e) </a:t>
            </a:r>
            <a:r>
              <a:rPr lang="en-US" altLang="zh-CN" sz="2400" b="1" dirty="0" smtClean="0"/>
              <a:t>{</a:t>
            </a:r>
            <a:endParaRPr lang="zh-CN" altLang="en-US" sz="2400" dirty="0"/>
          </a:p>
          <a:p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OrderProperty</a:t>
            </a:r>
            <a:r>
              <a:rPr lang="en-US" altLang="zh-CN" sz="2400" dirty="0" smtClean="0"/>
              <a:t>(1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r>
              <a:rPr lang="zh-CN" altLang="en-US" sz="2400" dirty="0"/>
              <a:t> </a:t>
            </a:r>
            <a:r>
              <a:rPr lang="en-US" altLang="zh-CN" sz="2400" dirty="0"/>
              <a:t>}) 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验证框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验证框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61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11691" y="1220755"/>
            <a:ext cx="6528725" cy="4696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验证框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sp>
        <p:nvSpPr>
          <p:cNvPr id="33" name="圆角矩形 4"/>
          <p:cNvSpPr/>
          <p:nvPr/>
        </p:nvSpPr>
        <p:spPr>
          <a:xfrm>
            <a:off x="447404" y="1449072"/>
            <a:ext cx="638539" cy="506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11200" y="973455"/>
            <a:ext cx="10083165" cy="563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&lt;div class="</a:t>
            </a:r>
            <a:r>
              <a:rPr lang="en-US" altLang="zh-CN" dirty="0" err="1" smtClean="0"/>
              <a:t>hisui</a:t>
            </a:r>
            <a:r>
              <a:rPr lang="en-US" altLang="zh-CN" dirty="0" smtClean="0"/>
              <a:t>-panel" title="</a:t>
            </a:r>
            <a:r>
              <a:rPr lang="zh-CN" altLang="en-US" dirty="0" smtClean="0"/>
              <a:t>登记</a:t>
            </a:r>
            <a:r>
              <a:rPr lang="en-US" altLang="zh-CN" dirty="0" smtClean="0"/>
              <a:t>"</a:t>
            </a:r>
            <a:r>
              <a:rPr lang="zh-CN" altLang="en-US" dirty="0" smtClean="0"/>
              <a:t> </a:t>
            </a:r>
            <a:r>
              <a:rPr lang="en-US" altLang="zh-CN" dirty="0" smtClean="0"/>
              <a:t>style="width:400px;padding:10px 30px 20px 30px" data-options="</a:t>
            </a:r>
            <a:r>
              <a:rPr lang="en-US" altLang="zh-CN" dirty="0" err="1" smtClean="0"/>
              <a:t>iconCls:'icon</a:t>
            </a:r>
            <a:r>
              <a:rPr lang="en-US" altLang="zh-CN" dirty="0" smtClean="0"/>
              <a:t>-save',</a:t>
            </a:r>
            <a:endParaRPr lang="en-US" altLang="zh-CN" dirty="0" smtClean="0"/>
          </a:p>
          <a:p>
            <a:r>
              <a:rPr lang="en-US" altLang="zh-CN" dirty="0" smtClean="0"/>
              <a:t>closable:true,collapsible:true,minimizable:true,maximizable:true"&gt;</a:t>
            </a:r>
            <a:endParaRPr lang="en-US" altLang="zh-CN" dirty="0" smtClean="0"/>
          </a:p>
          <a:p>
            <a:r>
              <a:rPr lang="en-US" altLang="zh-CN" dirty="0" smtClean="0"/>
              <a:t>&lt;table </a:t>
            </a:r>
            <a:r>
              <a:rPr lang="en-US" altLang="zh-CN" dirty="0" err="1" smtClean="0"/>
              <a:t>cellpadding</a:t>
            </a:r>
            <a:r>
              <a:rPr lang="en-US" altLang="zh-CN" dirty="0" smtClean="0"/>
              <a:t>="5"&gt;</a:t>
            </a:r>
            <a:endParaRPr lang="en-US" altLang="zh-CN" dirty="0" smtClean="0"/>
          </a:p>
          <a:p>
            <a:r>
              <a:rPr lang="en-US" altLang="zh-CN" dirty="0" smtClean="0"/>
              <a:t>&lt;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&gt;&lt;td&gt;</a:t>
            </a:r>
            <a:r>
              <a:rPr lang="en-US" altLang="zh-CN" dirty="0" err="1" smtClean="0"/>
              <a:t>HeadButton</a:t>
            </a:r>
            <a:r>
              <a:rPr lang="en-US" altLang="zh-CN" dirty="0" smtClean="0"/>
              <a:t>&lt;/td&gt;</a:t>
            </a:r>
            <a:endParaRPr lang="en-US" altLang="zh-CN" dirty="0" smtClean="0"/>
          </a:p>
          <a:p>
            <a:r>
              <a:rPr lang="en-US" altLang="zh-CN" dirty="0" smtClean="0"/>
              <a:t>&lt;td&gt;&lt;a id="</a:t>
            </a:r>
            <a:r>
              <a:rPr lang="en-US" altLang="zh-CN" dirty="0" err="1" smtClean="0"/>
              <a:t>btn</a:t>
            </a:r>
            <a:r>
              <a:rPr lang="en-US" altLang="zh-CN" dirty="0" smtClean="0"/>
              <a:t>" </a:t>
            </a:r>
            <a:r>
              <a:rPr lang="en-US" altLang="zh-CN" dirty="0" err="1" smtClean="0"/>
              <a:t>href</a:t>
            </a:r>
            <a:r>
              <a:rPr lang="en-US" altLang="zh-CN" dirty="0" smtClean="0"/>
              <a:t>="#" class="</a:t>
            </a:r>
            <a:r>
              <a:rPr lang="en-US" altLang="zh-CN" dirty="0" err="1" smtClean="0"/>
              <a:t>hisui-linkbutton</a:t>
            </a:r>
            <a:r>
              <a:rPr lang="en-US" altLang="zh-CN" dirty="0" smtClean="0"/>
              <a:t> head-</a:t>
            </a:r>
            <a:r>
              <a:rPr lang="en-US" altLang="zh-CN" dirty="0" err="1" smtClean="0"/>
              <a:t>btn</a:t>
            </a:r>
            <a:r>
              <a:rPr lang="en-US" altLang="zh-CN" dirty="0" smtClean="0"/>
              <a:t>"&gt;</a:t>
            </a:r>
            <a:r>
              <a:rPr lang="zh-CN" altLang="en-US" dirty="0" smtClean="0"/>
              <a:t>确认</a:t>
            </a:r>
            <a:r>
              <a:rPr lang="en-US" altLang="zh-CN" dirty="0" smtClean="0"/>
              <a:t>&lt;/a&gt;&lt;/td&gt;&lt;/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 </a:t>
            </a:r>
            <a:endParaRPr lang="en-US" altLang="zh-CN" dirty="0" smtClean="0"/>
          </a:p>
          <a:p>
            <a:r>
              <a:rPr lang="en-US" altLang="zh-CN" dirty="0" smtClean="0"/>
              <a:t>&lt;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&gt;&lt;td&gt;</a:t>
            </a:r>
            <a:r>
              <a:rPr lang="zh-CN" altLang="en-US" dirty="0" smtClean="0"/>
              <a:t>序号</a:t>
            </a:r>
            <a:r>
              <a:rPr lang="en-US" altLang="zh-CN" dirty="0" smtClean="0"/>
              <a:t>&lt;/td&gt;&lt;td&gt;&lt;input id="</a:t>
            </a:r>
            <a:r>
              <a:rPr lang="en-US" altLang="zh-CN" dirty="0" err="1" smtClean="0"/>
              <a:t>patno</a:t>
            </a:r>
            <a:r>
              <a:rPr lang="en-US" altLang="zh-CN" dirty="0" smtClean="0"/>
              <a:t>" class="textbox"&gt;&lt;/td&gt;&lt;/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</a:t>
            </a:r>
            <a:endParaRPr lang="en-US" altLang="zh-CN" dirty="0" smtClean="0"/>
          </a:p>
          <a:p>
            <a:r>
              <a:rPr lang="en-US" altLang="zh-CN" dirty="0" smtClean="0"/>
              <a:t>&lt;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&gt;&lt;td&gt;</a:t>
            </a:r>
            <a:r>
              <a:rPr lang="zh-CN" altLang="en-US" dirty="0" smtClean="0"/>
              <a:t>患者性名</a:t>
            </a:r>
            <a:r>
              <a:rPr lang="en-US" altLang="zh-CN" dirty="0" smtClean="0"/>
              <a:t>&lt;/td&gt;</a:t>
            </a:r>
            <a:endParaRPr lang="en-US" altLang="zh-CN" dirty="0" smtClean="0"/>
          </a:p>
          <a:p>
            <a:r>
              <a:rPr lang="en-US" altLang="zh-CN" dirty="0" smtClean="0"/>
              <a:t>&lt;td&gt;&lt;input class="</a:t>
            </a:r>
            <a:r>
              <a:rPr lang="en-US" altLang="zh-CN" dirty="0" err="1" smtClean="0"/>
              <a:t>hisui-validatebox</a:t>
            </a:r>
            <a:r>
              <a:rPr lang="en-US" altLang="zh-CN" dirty="0" smtClean="0"/>
              <a:t> textbox" data-options="</a:t>
            </a:r>
            <a:r>
              <a:rPr lang="en-US" altLang="zh-CN" dirty="0" err="1" smtClean="0"/>
              <a:t>required:true,validType:'length</a:t>
            </a:r>
            <a:r>
              <a:rPr lang="en-US" altLang="zh-CN" dirty="0" smtClean="0"/>
              <a:t>[3,10]'"&gt;&lt;/td&gt;&lt;/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</a:t>
            </a:r>
            <a:endParaRPr lang="en-US" altLang="zh-CN" dirty="0" smtClean="0"/>
          </a:p>
          <a:p>
            <a:r>
              <a:rPr lang="en-US" altLang="zh-CN" dirty="0" smtClean="0"/>
              <a:t>&lt;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&gt;&lt;td&gt;</a:t>
            </a:r>
            <a:r>
              <a:rPr lang="zh-CN" altLang="en-US" dirty="0" smtClean="0"/>
              <a:t>邮箱</a:t>
            </a:r>
            <a:r>
              <a:rPr lang="en-US" altLang="zh-CN" dirty="0" smtClean="0"/>
              <a:t>&lt;/td&gt;</a:t>
            </a:r>
            <a:endParaRPr lang="en-US" altLang="zh-CN" dirty="0" smtClean="0"/>
          </a:p>
          <a:p>
            <a:r>
              <a:rPr lang="en-US" altLang="zh-CN" dirty="0" smtClean="0"/>
              <a:t>&lt;td&gt;&lt;input class="</a:t>
            </a:r>
            <a:r>
              <a:rPr lang="en-US" altLang="zh-CN" dirty="0" err="1" smtClean="0"/>
              <a:t>hisui-validatebox</a:t>
            </a:r>
            <a:r>
              <a:rPr lang="en-US" altLang="zh-CN" dirty="0" smtClean="0"/>
              <a:t> textbox" data-options="</a:t>
            </a:r>
            <a:r>
              <a:rPr lang="en-US" altLang="zh-CN" dirty="0" err="1" smtClean="0"/>
              <a:t>required:true,validType:'email</a:t>
            </a:r>
            <a:r>
              <a:rPr lang="en-US" altLang="zh-CN" dirty="0" smtClean="0"/>
              <a:t>'"&gt;&lt;/td&gt;&lt;/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</a:t>
            </a:r>
            <a:endParaRPr lang="en-US" altLang="zh-CN" dirty="0" smtClean="0"/>
          </a:p>
          <a:p>
            <a:r>
              <a:rPr lang="en-US" altLang="zh-CN" dirty="0" smtClean="0"/>
              <a:t>&lt;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&gt;&lt;td&gt;URL:&lt;/td&gt;</a:t>
            </a:r>
            <a:endParaRPr lang="en-US" altLang="zh-CN" dirty="0" smtClean="0"/>
          </a:p>
          <a:p>
            <a:r>
              <a:rPr lang="en-US" altLang="zh-CN" dirty="0" smtClean="0"/>
              <a:t>&lt;td&gt;&lt;input class="</a:t>
            </a:r>
            <a:r>
              <a:rPr lang="en-US" altLang="zh-CN" dirty="0" err="1" smtClean="0"/>
              <a:t>hisui-validatebox</a:t>
            </a:r>
            <a:r>
              <a:rPr lang="en-US" altLang="zh-CN" dirty="0" smtClean="0"/>
              <a:t> textbox" data-options="</a:t>
            </a:r>
            <a:r>
              <a:rPr lang="en-US" altLang="zh-CN" dirty="0" err="1" smtClean="0"/>
              <a:t>required:true,validType:'url</a:t>
            </a:r>
            <a:r>
              <a:rPr lang="en-US" altLang="zh-CN" dirty="0" smtClean="0"/>
              <a:t>'"&gt;&lt;/td&gt;&lt;/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</a:t>
            </a:r>
            <a:endParaRPr lang="en-US" altLang="zh-CN" dirty="0" smtClean="0"/>
          </a:p>
          <a:p>
            <a:r>
              <a:rPr lang="en-US" altLang="zh-CN" dirty="0" smtClean="0"/>
              <a:t>&lt;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&gt;&lt;td&gt;</a:t>
            </a:r>
            <a:r>
              <a:rPr lang="zh-CN" altLang="en-US" dirty="0" smtClean="0"/>
              <a:t>数字</a:t>
            </a:r>
            <a:r>
              <a:rPr lang="en-US" altLang="zh-CN" dirty="0" smtClean="0"/>
              <a:t>:&lt;/td&gt;&lt;td&gt;&lt;input class="</a:t>
            </a:r>
            <a:r>
              <a:rPr lang="en-US" altLang="zh-CN" dirty="0" err="1" smtClean="0"/>
              <a:t>hisui-numberbox</a:t>
            </a:r>
            <a:r>
              <a:rPr lang="en-US" altLang="zh-CN" dirty="0" smtClean="0"/>
              <a:t>"&gt;&lt;/td&gt;&lt;/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</a:t>
            </a:r>
            <a:endParaRPr lang="en-US" altLang="zh-CN" dirty="0" smtClean="0"/>
          </a:p>
          <a:p>
            <a:r>
              <a:rPr lang="en-US" altLang="zh-CN" dirty="0" smtClean="0"/>
              <a:t>&lt;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&gt;&lt;td&gt;</a:t>
            </a:r>
            <a:r>
              <a:rPr lang="zh-CN" altLang="en-US" dirty="0" smtClean="0"/>
              <a:t>生日</a:t>
            </a:r>
            <a:r>
              <a:rPr lang="en-US" altLang="zh-CN" dirty="0" smtClean="0"/>
              <a:t>:&lt;/td&gt;&lt;td&gt;&lt;input class="</a:t>
            </a:r>
            <a:r>
              <a:rPr lang="en-US" altLang="zh-CN" dirty="0" err="1" smtClean="0"/>
              <a:t>hisui-datebox</a:t>
            </a:r>
            <a:r>
              <a:rPr lang="en-US" altLang="zh-CN" dirty="0" smtClean="0"/>
              <a:t> textbox"&gt;&lt;/td&gt;&lt;/</a:t>
            </a:r>
            <a:r>
              <a:rPr lang="en-US" altLang="zh-CN" dirty="0" err="1" smtClean="0"/>
              <a:t>tr</a:t>
            </a:r>
            <a:r>
              <a:rPr lang="en-US" altLang="zh-CN" dirty="0" smtClean="0"/>
              <a:t>&gt; </a:t>
            </a:r>
            <a:endParaRPr lang="en-US" altLang="zh-CN" dirty="0" smtClean="0"/>
          </a:p>
          <a:p>
            <a:r>
              <a:rPr lang="en-US" altLang="zh-CN" dirty="0" smtClean="0"/>
              <a:t>&lt;/table&gt;</a:t>
            </a:r>
            <a:endParaRPr lang="en-US" altLang="zh-CN" dirty="0" smtClean="0"/>
          </a:p>
          <a:p>
            <a:r>
              <a:rPr lang="en-US" altLang="zh-CN" dirty="0" smtClean="0"/>
              <a:t>&lt;/div&gt;</a:t>
            </a:r>
            <a:endParaRPr lang="en-US" altLang="zh-CN" dirty="0"/>
          </a:p>
        </p:txBody>
      </p:sp>
      <p:grpSp>
        <p:nvGrpSpPr>
          <p:cNvPr id="20" name="组合 30"/>
          <p:cNvGrpSpPr/>
          <p:nvPr/>
        </p:nvGrpSpPr>
        <p:grpSpPr>
          <a:xfrm>
            <a:off x="9744405" y="5925277"/>
            <a:ext cx="2000191" cy="566968"/>
            <a:chOff x="159919" y="-10940382"/>
            <a:chExt cx="13525571" cy="10907011"/>
          </a:xfrm>
        </p:grpSpPr>
        <p:sp>
          <p:nvSpPr>
            <p:cNvPr id="21" name="圆角矩形 20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验证框</a:t>
              </a:r>
              <a:endParaRPr lang="zh-CN" altLang="en-US" sz="2400" dirty="0"/>
            </a:p>
          </p:txBody>
        </p:sp>
        <p:sp>
          <p:nvSpPr>
            <p:cNvPr id="22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验证框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sp>
        <p:nvSpPr>
          <p:cNvPr id="33" name="圆角矩形 4"/>
          <p:cNvSpPr/>
          <p:nvPr/>
        </p:nvSpPr>
        <p:spPr>
          <a:xfrm>
            <a:off x="447404" y="1449072"/>
            <a:ext cx="638539" cy="506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700780" y="918845"/>
            <a:ext cx="7602855" cy="5939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dirty="0" smtClean="0"/>
              <a:t>&lt;script type="text/</a:t>
            </a:r>
            <a:r>
              <a:rPr lang="en-US" altLang="zh-CN" sz="2000" dirty="0" err="1" smtClean="0"/>
              <a:t>javascript</a:t>
            </a:r>
            <a:r>
              <a:rPr lang="en-US" altLang="zh-CN" sz="2000" dirty="0" smtClean="0"/>
              <a:t>"&gt;</a:t>
            </a:r>
            <a:endParaRPr lang="zh-CN" altLang="zh-CN" sz="2000" dirty="0" smtClean="0"/>
          </a:p>
          <a:p>
            <a:pPr lvl="0"/>
            <a:r>
              <a:rPr lang="en-US" altLang="zh-CN" sz="2000" dirty="0" err="1" smtClean="0"/>
              <a:t>var</a:t>
            </a:r>
            <a:r>
              <a:rPr lang="en-US" altLang="zh-CN" sz="2000" dirty="0" smtClean="0"/>
              <a:t> init = function () {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</a:t>
            </a:r>
            <a:r>
              <a:rPr lang="en-US" altLang="zh-CN" sz="2000" dirty="0" err="1" smtClean="0"/>
              <a:t>var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valbox</a:t>
            </a:r>
            <a:r>
              <a:rPr lang="en-US" altLang="zh-CN" sz="2000" dirty="0" smtClean="0"/>
              <a:t> = $</a:t>
            </a:r>
            <a:r>
              <a:rPr lang="en-US" altLang="zh-CN" sz="2000" dirty="0" err="1" smtClean="0"/>
              <a:t>HUI.validatebox</a:t>
            </a:r>
            <a:r>
              <a:rPr lang="en-US" altLang="zh-CN" sz="2000" dirty="0" smtClean="0"/>
              <a:t>("#</a:t>
            </a:r>
            <a:r>
              <a:rPr lang="en-US" altLang="zh-CN" sz="2000" dirty="0" err="1" smtClean="0"/>
              <a:t>patno</a:t>
            </a:r>
            <a:r>
              <a:rPr lang="en-US" altLang="zh-CN" sz="2000" dirty="0" smtClean="0"/>
              <a:t>", {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	required: true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});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$("#</a:t>
            </a:r>
            <a:r>
              <a:rPr lang="en-US" altLang="zh-CN" sz="2000" dirty="0" err="1" smtClean="0"/>
              <a:t>btn</a:t>
            </a:r>
            <a:r>
              <a:rPr lang="en-US" altLang="zh-CN" sz="2000" dirty="0" smtClean="0"/>
              <a:t>").click(function () {		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valbox.jdata.validating</a:t>
            </a:r>
            <a:r>
              <a:rPr lang="en-US" altLang="zh-CN" sz="2000" dirty="0" smtClean="0"/>
              <a:t> = true;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valbox.validate</a:t>
            </a:r>
            <a:r>
              <a:rPr lang="en-US" altLang="zh-CN" sz="2000" dirty="0" smtClean="0"/>
              <a:t>();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	// </a:t>
            </a:r>
            <a:r>
              <a:rPr lang="zh-CN" altLang="zh-CN" sz="2000" dirty="0" smtClean="0"/>
              <a:t>获得验证结果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var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patnoHasValue</a:t>
            </a:r>
            <a:r>
              <a:rPr lang="en-US" altLang="zh-CN" sz="2000" dirty="0" smtClean="0"/>
              <a:t> = </a:t>
            </a:r>
            <a:r>
              <a:rPr lang="en-US" altLang="zh-CN" sz="2000" dirty="0" err="1" smtClean="0"/>
              <a:t>valbox.isValid</a:t>
            </a:r>
            <a:r>
              <a:rPr lang="en-US" altLang="zh-CN" sz="2000" dirty="0" smtClean="0"/>
              <a:t>();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	if (</a:t>
            </a:r>
            <a:r>
              <a:rPr lang="en-US" altLang="zh-CN" sz="2000" dirty="0" err="1" smtClean="0"/>
              <a:t>patnoHasValue</a:t>
            </a:r>
            <a:r>
              <a:rPr lang="en-US" altLang="zh-CN" sz="2000" dirty="0" smtClean="0"/>
              <a:t>) {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		alert("</a:t>
            </a:r>
            <a:r>
              <a:rPr lang="zh-CN" altLang="zh-CN" sz="2000" dirty="0" smtClean="0"/>
              <a:t>序号验证通过</a:t>
            </a:r>
            <a:r>
              <a:rPr lang="en-US" altLang="zh-CN" sz="2000" dirty="0" smtClean="0"/>
              <a:t>");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	} else {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		alert("</a:t>
            </a:r>
            <a:r>
              <a:rPr lang="zh-CN" altLang="zh-CN" sz="2000" dirty="0" smtClean="0"/>
              <a:t>序号为空</a:t>
            </a:r>
            <a:r>
              <a:rPr lang="en-US" altLang="zh-CN" sz="2000" dirty="0" smtClean="0"/>
              <a:t>");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	}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});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}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$(init);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&lt;/script&gt;	</a:t>
            </a:r>
            <a:endParaRPr lang="zh-CN" altLang="zh-CN" sz="20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815413" y="1028733"/>
            <a:ext cx="9567531" cy="5463512"/>
            <a:chOff x="-60219182" y="-105137337"/>
            <a:chExt cx="64696989" cy="105103966"/>
          </a:xfrm>
        </p:grpSpPr>
        <p:sp>
          <p:nvSpPr>
            <p:cNvPr id="21" name="圆角矩形 20"/>
            <p:cNvSpPr/>
            <p:nvPr/>
          </p:nvSpPr>
          <p:spPr>
            <a:xfrm>
              <a:off x="-60219182" y="-105137337"/>
              <a:ext cx="13525571" cy="1042012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验证框</a:t>
              </a:r>
              <a:endParaRPr lang="zh-CN" altLang="en-US" sz="2400" dirty="0"/>
            </a:p>
          </p:txBody>
        </p:sp>
        <p:sp>
          <p:nvSpPr>
            <p:cNvPr id="22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sp>
        <p:nvSpPr>
          <p:cNvPr id="11" name="矩形 10"/>
          <p:cNvSpPr/>
          <p:nvPr/>
        </p:nvSpPr>
        <p:spPr>
          <a:xfrm>
            <a:off x="335360" y="1988840"/>
            <a:ext cx="3456384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 smtClean="0"/>
              <a:t>可以在</a:t>
            </a:r>
            <a:r>
              <a:rPr lang="en-US" altLang="zh-CN" sz="2400" dirty="0" smtClean="0"/>
              <a:t>html</a:t>
            </a:r>
            <a:r>
              <a:rPr lang="zh-CN" altLang="zh-CN" sz="2400" dirty="0" smtClean="0"/>
              <a:t>里定义</a:t>
            </a:r>
            <a:r>
              <a:rPr lang="zh-CN" altLang="en-US" sz="2400" dirty="0" smtClean="0"/>
              <a:t>。如上页代码。</a:t>
            </a:r>
            <a:endParaRPr lang="en-US" altLang="zh-CN" sz="2400" dirty="0" smtClean="0"/>
          </a:p>
          <a:p>
            <a:r>
              <a:rPr lang="zh-CN" altLang="zh-CN" sz="2400" dirty="0" smtClean="0"/>
              <a:t>也可以定义在</a:t>
            </a:r>
            <a:r>
              <a:rPr lang="en-US" altLang="zh-CN" sz="2400" dirty="0" err="1" smtClean="0"/>
              <a:t>js</a:t>
            </a:r>
            <a:r>
              <a:rPr lang="zh-CN" altLang="zh-CN" sz="2400" dirty="0" smtClean="0"/>
              <a:t>里，把</a:t>
            </a:r>
            <a:r>
              <a:rPr lang="en-US" altLang="zh-CN" sz="2400" dirty="0" smtClean="0"/>
              <a:t>textbox</a:t>
            </a:r>
            <a:r>
              <a:rPr lang="zh-CN" altLang="zh-CN" sz="2400" dirty="0" smtClean="0"/>
              <a:t>定义为</a:t>
            </a:r>
            <a:r>
              <a:rPr lang="en-US" altLang="zh-CN" sz="2400" dirty="0" err="1" smtClean="0"/>
              <a:t>validatebox</a:t>
            </a:r>
            <a:r>
              <a:rPr lang="zh-CN" altLang="zh-CN" sz="2400" dirty="0" smtClean="0"/>
              <a:t>，点击确认按钮获取验证结果的代码如：</a:t>
            </a:r>
            <a:endParaRPr lang="zh-CN" altLang="zh-CN" sz="24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下拉框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83950" y="845728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下拉框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1412776"/>
            <a:ext cx="13441493" cy="3538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65" dirty="0" smtClean="0"/>
              <a:t>	</a:t>
            </a:r>
            <a:r>
              <a:rPr lang="en-US" altLang="zh-CN" sz="1865" dirty="0" err="1" smtClean="0"/>
              <a:t>var</a:t>
            </a:r>
            <a:r>
              <a:rPr lang="en-US" altLang="zh-CN" sz="1865" dirty="0" smtClean="0"/>
              <a:t> </a:t>
            </a:r>
            <a:r>
              <a:rPr lang="en-US" altLang="zh-CN" sz="1865" dirty="0" err="1" smtClean="0"/>
              <a:t>modeCmb</a:t>
            </a:r>
            <a:r>
              <a:rPr lang="en-US" altLang="zh-CN" sz="1865" dirty="0" smtClean="0"/>
              <a:t> = $</a:t>
            </a:r>
            <a:r>
              <a:rPr lang="en-US" altLang="zh-CN" sz="1865" dirty="0" err="1" smtClean="0"/>
              <a:t>HUI.combobox</a:t>
            </a:r>
            <a:r>
              <a:rPr lang="en-US" altLang="zh-CN" sz="1865" dirty="0" smtClean="0"/>
              <a:t>("#</a:t>
            </a:r>
            <a:r>
              <a:rPr lang="en-US" altLang="zh-CN" sz="1865" dirty="0" err="1" smtClean="0"/>
              <a:t>PHINSTModeF</a:t>
            </a:r>
            <a:r>
              <a:rPr lang="en-US" altLang="zh-CN" sz="1865" dirty="0" smtClean="0"/>
              <a:t>",{</a:t>
            </a:r>
            <a:endParaRPr lang="zh-CN" altLang="zh-CN" sz="1865" dirty="0" smtClean="0"/>
          </a:p>
          <a:p>
            <a:r>
              <a:rPr lang="en-US" altLang="zh-CN" sz="1865" dirty="0" smtClean="0"/>
              <a:t>		</a:t>
            </a:r>
            <a:r>
              <a:rPr lang="en-US" altLang="zh-CN" sz="1865" dirty="0" err="1" smtClean="0"/>
              <a:t>valueField:'id</a:t>
            </a:r>
            <a:r>
              <a:rPr lang="en-US" altLang="zh-CN" sz="1865" dirty="0" smtClean="0"/>
              <a:t>',</a:t>
            </a:r>
            <a:endParaRPr lang="zh-CN" altLang="zh-CN" sz="1865" dirty="0" smtClean="0"/>
          </a:p>
          <a:p>
            <a:r>
              <a:rPr lang="en-US" altLang="zh-CN" sz="1865" dirty="0" smtClean="0"/>
              <a:t>		</a:t>
            </a:r>
            <a:r>
              <a:rPr lang="en-US" altLang="zh-CN" sz="1865" dirty="0" err="1" smtClean="0"/>
              <a:t>textField:'text</a:t>
            </a:r>
            <a:r>
              <a:rPr lang="en-US" altLang="zh-CN" sz="1865" dirty="0" smtClean="0"/>
              <a:t>',</a:t>
            </a:r>
            <a:endParaRPr lang="zh-CN" altLang="zh-CN" sz="1865" dirty="0" smtClean="0"/>
          </a:p>
          <a:p>
            <a:r>
              <a:rPr lang="en-US" altLang="zh-CN" sz="1865" dirty="0" smtClean="0"/>
              <a:t>		data:[</a:t>
            </a:r>
            <a:endParaRPr lang="zh-CN" altLang="zh-CN" sz="1865" dirty="0" smtClean="0"/>
          </a:p>
          <a:p>
            <a:r>
              <a:rPr lang="en-US" altLang="zh-CN" sz="1865" dirty="0" smtClean="0"/>
              <a:t>			{</a:t>
            </a:r>
            <a:r>
              <a:rPr lang="en-US" altLang="zh-CN" sz="1865" dirty="0" err="1" smtClean="0"/>
              <a:t>id:'W',text</a:t>
            </a:r>
            <a:r>
              <a:rPr lang="en-US" altLang="zh-CN" sz="1865" dirty="0" smtClean="0"/>
              <a:t>:'</a:t>
            </a:r>
            <a:r>
              <a:rPr lang="zh-CN" altLang="zh-CN" sz="1865" dirty="0" smtClean="0"/>
              <a:t>警示</a:t>
            </a:r>
            <a:r>
              <a:rPr lang="en-US" altLang="zh-CN" sz="1865" dirty="0" smtClean="0"/>
              <a:t>'},</a:t>
            </a:r>
            <a:endParaRPr lang="zh-CN" altLang="zh-CN" sz="1865" dirty="0" smtClean="0"/>
          </a:p>
          <a:p>
            <a:r>
              <a:rPr lang="en-US" altLang="zh-CN" sz="1865" dirty="0" smtClean="0"/>
              <a:t>			{</a:t>
            </a:r>
            <a:r>
              <a:rPr lang="en-US" altLang="zh-CN" sz="1865" dirty="0" err="1" smtClean="0"/>
              <a:t>id:'C',text</a:t>
            </a:r>
            <a:r>
              <a:rPr lang="en-US" altLang="zh-CN" sz="1865" dirty="0" smtClean="0"/>
              <a:t>:'</a:t>
            </a:r>
            <a:r>
              <a:rPr lang="zh-CN" altLang="zh-CN" sz="1865" dirty="0" smtClean="0"/>
              <a:t>管控</a:t>
            </a:r>
            <a:r>
              <a:rPr lang="en-US" altLang="zh-CN" sz="1865" dirty="0" smtClean="0"/>
              <a:t>'},</a:t>
            </a:r>
            <a:endParaRPr lang="zh-CN" altLang="zh-CN" sz="1865" dirty="0" smtClean="0"/>
          </a:p>
          <a:p>
            <a:r>
              <a:rPr lang="en-US" altLang="zh-CN" sz="1865" dirty="0" smtClean="0"/>
              <a:t>			{</a:t>
            </a:r>
            <a:r>
              <a:rPr lang="en-US" altLang="zh-CN" sz="1865" dirty="0" err="1" smtClean="0"/>
              <a:t>id:'S',text</a:t>
            </a:r>
            <a:r>
              <a:rPr lang="en-US" altLang="zh-CN" sz="1865" dirty="0" smtClean="0"/>
              <a:t>:'</a:t>
            </a:r>
            <a:r>
              <a:rPr lang="zh-CN" altLang="zh-CN" sz="1865" dirty="0" smtClean="0"/>
              <a:t>统计</a:t>
            </a:r>
            <a:r>
              <a:rPr lang="en-US" altLang="zh-CN" sz="1865" dirty="0" smtClean="0"/>
              <a:t>'}			</a:t>
            </a:r>
            <a:endParaRPr lang="zh-CN" altLang="zh-CN" sz="1865" dirty="0" smtClean="0"/>
          </a:p>
          <a:p>
            <a:r>
              <a:rPr lang="en-US" altLang="zh-CN" sz="1865" dirty="0" smtClean="0"/>
              <a:t>		]  </a:t>
            </a:r>
            <a:endParaRPr lang="zh-CN" altLang="zh-CN" sz="1865" dirty="0" smtClean="0"/>
          </a:p>
          <a:p>
            <a:r>
              <a:rPr lang="en-US" altLang="zh-CN" sz="1865" dirty="0" smtClean="0"/>
              <a:t>	});</a:t>
            </a:r>
            <a:endParaRPr lang="zh-CN" altLang="zh-CN" sz="1865" dirty="0" smtClean="0"/>
          </a:p>
          <a:p>
            <a:endParaRPr lang="en-US" altLang="zh-CN" sz="2400" dirty="0" smtClean="0"/>
          </a:p>
          <a:p>
            <a:r>
              <a:rPr lang="en-US" altLang="zh-CN" sz="1600" dirty="0" smtClean="0"/>
              <a:t> </a:t>
            </a:r>
            <a:endParaRPr lang="en-US" altLang="zh-CN" sz="1600" dirty="0" smtClean="0"/>
          </a:p>
          <a:p>
            <a:endParaRPr lang="zh-CN" altLang="zh-CN" sz="1600" dirty="0" smtClean="0"/>
          </a:p>
        </p:txBody>
      </p:sp>
      <p:sp>
        <p:nvSpPr>
          <p:cNvPr id="20" name="矩形 19"/>
          <p:cNvSpPr/>
          <p:nvPr/>
        </p:nvSpPr>
        <p:spPr>
          <a:xfrm>
            <a:off x="2735375" y="932724"/>
            <a:ext cx="3456384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从本地获取数据的下拉框：</a:t>
            </a:r>
            <a:endParaRPr lang="en-US" altLang="zh-CN" sz="2400" dirty="0" smtClean="0"/>
          </a:p>
          <a:p>
            <a:endParaRPr lang="zh-CN" altLang="zh-CN" sz="2400" dirty="0" smtClean="0"/>
          </a:p>
        </p:txBody>
      </p:sp>
      <p:pic>
        <p:nvPicPr>
          <p:cNvPr id="1740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2011" y="836712"/>
            <a:ext cx="4377267" cy="563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下拉框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335360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下拉框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1700808"/>
            <a:ext cx="13441493" cy="3695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60" dirty="0" smtClean="0">
                <a:sym typeface="+mn-ea"/>
              </a:rPr>
              <a:t>   var sexcombo=$HUI.combobox('#StSexDR',{</a:t>
            </a:r>
            <a:endParaRPr lang="en-US" altLang="zh-CN" sz="1860" dirty="0" smtClean="0"/>
          </a:p>
          <a:p>
            <a:r>
              <a:rPr lang="en-US" altLang="zh-CN" sz="1860" dirty="0" smtClean="0">
                <a:sym typeface="+mn-ea"/>
              </a:rPr>
              <a:t>        url:$URL+"?ClassName=web.DHCBL.CT.CTSex&amp;QueryName=GetDataForCmb1&amp;ResultSetType=array",</a:t>
            </a:r>
            <a:endParaRPr lang="en-US" altLang="zh-CN" sz="1860" dirty="0" smtClean="0"/>
          </a:p>
          <a:p>
            <a:r>
              <a:rPr lang="en-US" altLang="zh-CN" sz="1860" dirty="0" smtClean="0">
                <a:sym typeface="+mn-ea"/>
              </a:rPr>
              <a:t>            valueField:'CTSEXRowId',</a:t>
            </a:r>
            <a:endParaRPr lang="en-US" altLang="zh-CN" sz="1860" dirty="0" smtClean="0"/>
          </a:p>
          <a:p>
            <a:r>
              <a:rPr lang="en-US" altLang="zh-CN" sz="1860" dirty="0" smtClean="0">
                <a:sym typeface="+mn-ea"/>
              </a:rPr>
              <a:t>            textField:'CTSEXDesc'</a:t>
            </a:r>
            <a:endParaRPr lang="en-US" altLang="zh-CN" sz="1860" dirty="0" smtClean="0"/>
          </a:p>
          <a:p>
            <a:r>
              <a:rPr lang="en-US" altLang="zh-CN" sz="1860" dirty="0" smtClean="0">
                <a:sym typeface="+mn-ea"/>
              </a:rPr>
              <a:t>        } </a:t>
            </a:r>
            <a:endParaRPr lang="en-US" altLang="zh-CN" sz="1860" dirty="0" smtClean="0"/>
          </a:p>
          <a:p>
            <a:r>
              <a:rPr lang="en-US" altLang="zh-CN" sz="1860" dirty="0" smtClean="0">
                <a:sym typeface="+mn-ea"/>
              </a:rPr>
              <a:t>    );</a:t>
            </a:r>
            <a:endParaRPr lang="en-US" altLang="zh-CN" sz="1860" dirty="0" smtClean="0"/>
          </a:p>
          <a:p>
            <a:endParaRPr lang="en-US" altLang="zh-CN" sz="1865" dirty="0" smtClean="0"/>
          </a:p>
          <a:p>
            <a:r>
              <a:rPr lang="zh-CN" altLang="zh-CN" sz="1865" dirty="0" smtClean="0"/>
              <a:t>赋值：</a:t>
            </a:r>
            <a:r>
              <a:rPr lang="en-US" altLang="zh-CN" sz="1865" dirty="0" smtClean="0"/>
              <a:t>$('# </a:t>
            </a:r>
            <a:r>
              <a:rPr lang="en-US" altLang="zh-CN" sz="1865" dirty="0" err="1" smtClean="0"/>
              <a:t>StSexDR</a:t>
            </a:r>
            <a:r>
              <a:rPr lang="en-US" altLang="zh-CN" sz="1865" dirty="0" smtClean="0"/>
              <a:t>').</a:t>
            </a:r>
            <a:r>
              <a:rPr lang="en-US" altLang="zh-CN" sz="1865" dirty="0" err="1" smtClean="0"/>
              <a:t>combobox</a:t>
            </a:r>
            <a:r>
              <a:rPr lang="en-US" altLang="zh-CN" sz="1865" dirty="0" smtClean="0"/>
              <a:t>('</a:t>
            </a:r>
            <a:r>
              <a:rPr lang="en-US" altLang="zh-CN" sz="1865" dirty="0" err="1" smtClean="0"/>
              <a:t>setValue</a:t>
            </a:r>
            <a:r>
              <a:rPr lang="en-US" altLang="zh-CN" sz="1865" dirty="0" smtClean="0"/>
              <a:t>', </a:t>
            </a:r>
            <a:r>
              <a:rPr lang="en-US" altLang="zh-CN" sz="1865" dirty="0" err="1" smtClean="0"/>
              <a:t>StSex</a:t>
            </a:r>
            <a:r>
              <a:rPr lang="en-US" altLang="zh-CN" sz="1865" dirty="0" err="1" smtClean="0"/>
              <a:t>DR</a:t>
            </a:r>
            <a:r>
              <a:rPr lang="en-US" altLang="zh-CN" sz="1865" dirty="0" smtClean="0"/>
              <a:t>);</a:t>
            </a:r>
            <a:endParaRPr lang="zh-CN" altLang="zh-CN" sz="1865" dirty="0" smtClean="0"/>
          </a:p>
          <a:p>
            <a:r>
              <a:rPr lang="zh-CN" altLang="zh-CN" sz="1865" dirty="0" smtClean="0"/>
              <a:t>取值：</a:t>
            </a:r>
            <a:r>
              <a:rPr lang="en-US" altLang="zh-CN" sz="1865" dirty="0" smtClean="0"/>
              <a:t>$('# </a:t>
            </a:r>
            <a:r>
              <a:rPr lang="en-US" altLang="zh-CN" sz="1860" dirty="0" err="1" smtClean="0">
                <a:sym typeface="+mn-ea"/>
              </a:rPr>
              <a:t>StSexDR</a:t>
            </a:r>
            <a:r>
              <a:rPr lang="en-US" altLang="zh-CN" sz="1865" dirty="0" smtClean="0"/>
              <a:t>').</a:t>
            </a:r>
            <a:r>
              <a:rPr lang="en-US" altLang="zh-CN" sz="1865" dirty="0" err="1" smtClean="0"/>
              <a:t>combobox</a:t>
            </a:r>
            <a:r>
              <a:rPr lang="en-US" altLang="zh-CN" sz="1865" dirty="0" smtClean="0"/>
              <a:t>('</a:t>
            </a:r>
            <a:r>
              <a:rPr lang="en-US" altLang="zh-CN" sz="1865" dirty="0" err="1" smtClean="0"/>
              <a:t>getValue</a:t>
            </a:r>
            <a:r>
              <a:rPr lang="en-US" altLang="zh-CN" sz="1865" dirty="0" smtClean="0"/>
              <a:t>');</a:t>
            </a:r>
            <a:endParaRPr lang="zh-CN" altLang="zh-CN" sz="1865" dirty="0" smtClean="0"/>
          </a:p>
          <a:p>
            <a:endParaRPr lang="zh-CN" altLang="zh-CN" sz="1865" dirty="0" smtClean="0"/>
          </a:p>
          <a:p>
            <a:endParaRPr lang="en-US" altLang="zh-CN" sz="2400" dirty="0" smtClean="0"/>
          </a:p>
          <a:p>
            <a:endParaRPr lang="zh-CN" altLang="zh-CN" sz="2400" dirty="0" smtClean="0"/>
          </a:p>
        </p:txBody>
      </p:sp>
      <p:sp>
        <p:nvSpPr>
          <p:cNvPr id="20" name="矩形 19"/>
          <p:cNvSpPr/>
          <p:nvPr/>
        </p:nvSpPr>
        <p:spPr>
          <a:xfrm>
            <a:off x="2543605" y="932724"/>
            <a:ext cx="3456384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从后台获取数据的下拉框：</a:t>
            </a:r>
            <a:endParaRPr lang="en-US" altLang="zh-CN" sz="2400" dirty="0" smtClean="0"/>
          </a:p>
          <a:p>
            <a:endParaRPr lang="zh-CN" altLang="zh-CN" sz="24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195" y="2338705"/>
            <a:ext cx="2038350" cy="2419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复选框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复选框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0" y="3813043"/>
            <a:ext cx="11486165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26061" y="1548024"/>
            <a:ext cx="11233248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dirty="0" smtClean="0"/>
              <a:t>&lt;input class='</a:t>
            </a:r>
            <a:r>
              <a:rPr lang="en-US" altLang="zh-CN" sz="2000" dirty="0" err="1" smtClean="0"/>
              <a:t>hisui</a:t>
            </a:r>
            <a:r>
              <a:rPr lang="en-US" altLang="zh-CN" sz="2000" dirty="0" smtClean="0"/>
              <a:t>-checkbox' type="checkbox" data-options="</a:t>
            </a:r>
            <a:r>
              <a:rPr lang="en-US" altLang="zh-CN" sz="2000" dirty="0" err="1" smtClean="0"/>
              <a:t>onCheckChange:function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event,value</a:t>
            </a:r>
            <a:r>
              <a:rPr lang="en-US" altLang="zh-CN" sz="2000" dirty="0" smtClean="0"/>
              <a:t>){</a:t>
            </a:r>
            <a:r>
              <a:rPr lang="en-US" altLang="zh-CN" sz="2000" dirty="0" err="1" smtClean="0"/>
              <a:t>console.log</a:t>
            </a:r>
            <a:r>
              <a:rPr lang="en-US" altLang="zh-CN" sz="2000" dirty="0" smtClean="0"/>
              <a:t>(value)}" label="</a:t>
            </a:r>
            <a:r>
              <a:rPr lang="zh-CN" altLang="zh-CN" sz="2000" dirty="0" smtClean="0"/>
              <a:t>已出院</a:t>
            </a:r>
            <a:r>
              <a:rPr lang="en-US" altLang="zh-CN" sz="2000" dirty="0" smtClean="0"/>
              <a:t>" id="checkbox1"&gt;</a:t>
            </a:r>
            <a:endParaRPr lang="zh-CN" altLang="zh-CN" sz="2400" dirty="0"/>
          </a:p>
        </p:txBody>
      </p:sp>
      <p:pic>
        <p:nvPicPr>
          <p:cNvPr id="178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11691" y="1124744"/>
            <a:ext cx="5289551" cy="423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/>
          <p:nvPr/>
        </p:nvSpPr>
        <p:spPr>
          <a:xfrm>
            <a:off x="527381" y="3332989"/>
            <a:ext cx="26212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 smtClean="0"/>
              <a:t>单个的复选框如：</a:t>
            </a:r>
            <a:endParaRPr lang="zh-CN" altLang="zh-CN" sz="2400" dirty="0"/>
          </a:p>
        </p:txBody>
      </p:sp>
      <p:pic>
        <p:nvPicPr>
          <p:cNvPr id="1781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23659" y="3332989"/>
            <a:ext cx="1018117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矩形 18"/>
          <p:cNvSpPr/>
          <p:nvPr/>
        </p:nvSpPr>
        <p:spPr>
          <a:xfrm>
            <a:off x="0" y="4101075"/>
            <a:ext cx="1219200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dirty="0" smtClean="0">
                <a:solidFill>
                  <a:schemeClr val="tx1"/>
                </a:solidFill>
                <a:uFillTx/>
              </a:rPr>
              <a:t>  &lt;</a:t>
            </a:r>
            <a:r>
              <a:rPr lang="en-US" altLang="zh-CN" sz="2000" dirty="0" err="1" smtClean="0">
                <a:solidFill>
                  <a:schemeClr val="tx1"/>
                </a:solidFill>
                <a:uFillTx/>
              </a:rPr>
              <a:t>tr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&gt;</a:t>
            </a:r>
            <a:br>
              <a:rPr lang="en-US" altLang="zh-CN" sz="2000" dirty="0" smtClean="0">
                <a:solidFill>
                  <a:schemeClr val="tx1"/>
                </a:solidFill>
                <a:uFillTx/>
              </a:rPr>
            </a:b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  &lt;td align="right"&gt;</a:t>
            </a:r>
            <a:r>
              <a:rPr lang="zh-CN" altLang="en-US" sz="2000" dirty="0" smtClean="0">
                <a:solidFill>
                  <a:schemeClr val="tx1"/>
                </a:solidFill>
                <a:uFillTx/>
              </a:rPr>
              <a:t>禁忌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&lt;/td&gt;</a:t>
            </a:r>
            <a:br>
              <a:rPr lang="en-US" altLang="zh-CN" sz="2000" dirty="0" smtClean="0">
                <a:solidFill>
                  <a:schemeClr val="tx1"/>
                </a:solidFill>
                <a:uFillTx/>
              </a:rPr>
            </a:b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  &lt;td&gt;&lt;input class='</a:t>
            </a:r>
            <a:r>
              <a:rPr lang="en-US" altLang="zh-CN" sz="2000" dirty="0" err="1" smtClean="0">
                <a:solidFill>
                  <a:schemeClr val="tx1"/>
                </a:solidFill>
                <a:uFillTx/>
              </a:rPr>
              <a:t>hisui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-checkbox' type="checkbox" label="" id="</a:t>
            </a:r>
            <a:r>
              <a:rPr lang="en-US" altLang="zh-CN" sz="2000" dirty="0" err="1" smtClean="0">
                <a:solidFill>
                  <a:schemeClr val="tx1"/>
                </a:solidFill>
                <a:uFillTx/>
              </a:rPr>
              <a:t>PDFExcludeFlagF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" name="</a:t>
            </a:r>
            <a:r>
              <a:rPr lang="en-US" altLang="zh-CN" sz="2000" dirty="0" err="1" smtClean="0">
                <a:solidFill>
                  <a:schemeClr val="tx1"/>
                </a:solidFill>
                <a:uFillTx/>
              </a:rPr>
              <a:t>PDFExcludeFlag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" data-options="</a:t>
            </a:r>
            <a:r>
              <a:rPr lang="en-US" altLang="zh-CN" sz="2000" dirty="0" err="1" smtClean="0">
                <a:solidFill>
                  <a:schemeClr val="tx1"/>
                </a:solidFill>
                <a:uFillTx/>
              </a:rPr>
              <a:t>checked:false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" value="Y"&gt;&lt;/td&gt;</a:t>
            </a:r>
            <a:br>
              <a:rPr lang="en-US" altLang="zh-CN" sz="2000" dirty="0" smtClean="0">
                <a:solidFill>
                  <a:schemeClr val="tx1"/>
                </a:solidFill>
                <a:uFillTx/>
              </a:rPr>
            </a:b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  &lt;/</a:t>
            </a:r>
            <a:r>
              <a:rPr lang="en-US" altLang="zh-CN" sz="2000" dirty="0" err="1" smtClean="0">
                <a:solidFill>
                  <a:schemeClr val="tx1"/>
                </a:solidFill>
                <a:uFillTx/>
              </a:rPr>
              <a:t>tr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&gt; </a:t>
            </a:r>
            <a:br>
              <a:rPr lang="en-US" altLang="zh-CN" sz="2400" dirty="0" smtClean="0"/>
            </a:br>
            <a:endParaRPr lang="zh-CN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复选框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复选框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0" y="3813043"/>
            <a:ext cx="11486165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31371" y="1988840"/>
            <a:ext cx="12192000" cy="5262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 smtClean="0"/>
              <a:t>赋值：</a:t>
            </a:r>
            <a:r>
              <a:rPr lang="en-US" altLang="zh-CN" sz="2400" dirty="0"/>
              <a:t>$</a:t>
            </a:r>
            <a:r>
              <a:rPr lang="en-US" altLang="zh-CN" sz="2400" dirty="0" err="1"/>
              <a:t>HUI.checkbox</a:t>
            </a:r>
            <a:r>
              <a:rPr lang="en-US" altLang="zh-CN" sz="2400" dirty="0"/>
              <a:t>("#</a:t>
            </a:r>
            <a:r>
              <a:rPr lang="en-US" altLang="zh-CN" sz="2400" dirty="0" err="1"/>
              <a:t>PHEGActiveFlagF</a:t>
            </a:r>
            <a:r>
              <a:rPr lang="en-US" altLang="zh-CN" sz="2400" dirty="0"/>
              <a:t>").</a:t>
            </a:r>
            <a:r>
              <a:rPr lang="en-US" altLang="zh-CN" sz="2400" dirty="0" err="1"/>
              <a:t>setValue</a:t>
            </a:r>
            <a:r>
              <a:rPr lang="en-US" altLang="zh-CN" sz="2400" dirty="0"/>
              <a:t>(</a:t>
            </a:r>
            <a:r>
              <a:rPr lang="en-US" altLang="zh-CN" sz="2400" b="1" dirty="0"/>
              <a:t>true);</a:t>
            </a:r>
            <a:endParaRPr lang="zh-CN" altLang="zh-CN" sz="2400" dirty="0" smtClean="0"/>
          </a:p>
          <a:p>
            <a:r>
              <a:rPr lang="zh-CN" altLang="zh-CN" sz="2400" dirty="0" smtClean="0"/>
              <a:t>取值：</a:t>
            </a:r>
            <a:r>
              <a:rPr lang="en-US" altLang="zh-CN" sz="2400" dirty="0"/>
              <a:t>$</a:t>
            </a:r>
            <a:r>
              <a:rPr lang="en-US" altLang="zh-CN" sz="2400" dirty="0" err="1"/>
              <a:t>HUI.checkbox</a:t>
            </a:r>
            <a:r>
              <a:rPr lang="en-US" altLang="zh-CN" sz="2400" dirty="0"/>
              <a:t>("#</a:t>
            </a:r>
            <a:r>
              <a:rPr lang="en-US" altLang="zh-CN" sz="2400" dirty="0" err="1"/>
              <a:t>PHEGActiveFlagF</a:t>
            </a:r>
            <a:r>
              <a:rPr lang="en-US" altLang="zh-CN" sz="2400" dirty="0" smtClean="0"/>
              <a:t>").</a:t>
            </a:r>
            <a:r>
              <a:rPr lang="en-US" altLang="zh-CN" sz="2400" dirty="0" err="1" smtClean="0"/>
              <a:t>getValue</a:t>
            </a:r>
            <a:r>
              <a:rPr lang="en-US" altLang="zh-CN" sz="2400" dirty="0" smtClean="0"/>
              <a:t>()</a:t>
            </a:r>
            <a:r>
              <a:rPr lang="en-US" altLang="zh-CN" sz="2400" b="1" dirty="0" smtClean="0"/>
              <a:t>;</a:t>
            </a:r>
            <a:endParaRPr lang="en-US" altLang="zh-CN" sz="2400" b="1" dirty="0" smtClean="0"/>
          </a:p>
          <a:p>
            <a:r>
              <a:rPr lang="zh-CN" altLang="en-US" sz="2400" b="1" dirty="0" smtClean="0"/>
              <a:t>事件：</a:t>
            </a:r>
            <a:endParaRPr lang="en-US" altLang="zh-CN" sz="2400" b="1" dirty="0" smtClean="0"/>
          </a:p>
          <a:p>
            <a:r>
              <a:rPr lang="en-US" altLang="zh-CN" sz="2400" dirty="0"/>
              <a:t>///</a:t>
            </a:r>
            <a:r>
              <a:rPr lang="zh-CN" altLang="en-US" sz="2400" dirty="0"/>
              <a:t>代码生成规则</a:t>
            </a:r>
            <a:endParaRPr lang="zh-CN" altLang="en-US" sz="2400" dirty="0"/>
          </a:p>
          <a:p>
            <a:r>
              <a:rPr lang="en-US" altLang="zh-CN" sz="2400" dirty="0"/>
              <a:t>$</a:t>
            </a:r>
            <a:r>
              <a:rPr lang="en-US" altLang="zh-CN" sz="2400" dirty="0" err="1"/>
              <a:t>HUI.checkbox</a:t>
            </a:r>
            <a:r>
              <a:rPr lang="en-US" altLang="zh-CN" sz="2400" dirty="0" smtClean="0"/>
              <a:t>("#</a:t>
            </a:r>
            <a:r>
              <a:rPr lang="en-US" altLang="zh-CN" sz="2400" dirty="0" err="1"/>
              <a:t>PHEGActiveFlag</a:t>
            </a:r>
            <a:r>
              <a:rPr lang="en-US" altLang="zh-CN" sz="2400" dirty="0" err="1" smtClean="0"/>
              <a:t>F</a:t>
            </a:r>
            <a:r>
              <a:rPr lang="en-US" altLang="zh-CN" sz="2400" dirty="0"/>
              <a:t>",{</a:t>
            </a:r>
            <a:endParaRPr lang="en-US" altLang="zh-CN" sz="2400" dirty="0"/>
          </a:p>
          <a:p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onChecked</a:t>
            </a:r>
            <a:r>
              <a:rPr lang="en-US" altLang="zh-CN" sz="2400" dirty="0"/>
              <a:t>: </a:t>
            </a:r>
            <a:r>
              <a:rPr lang="en-US" altLang="zh-CN" sz="2400" b="1" dirty="0"/>
              <a:t>function(event){</a:t>
            </a:r>
            <a:endParaRPr lang="en-US" altLang="zh-CN" sz="2400" b="1" dirty="0"/>
          </a:p>
          <a:p>
            <a:r>
              <a:rPr lang="en-US" altLang="zh-CN" sz="2400" b="1" dirty="0" smtClean="0"/>
              <a:t>		…</a:t>
            </a:r>
            <a:endParaRPr lang="en-US" altLang="zh-CN" sz="2400" b="1" dirty="0"/>
          </a:p>
          <a:p>
            <a:r>
              <a:rPr lang="en-US" altLang="zh-CN" sz="2400" dirty="0" smtClean="0"/>
              <a:t>	},</a:t>
            </a:r>
            <a:endParaRPr lang="en-US" altLang="zh-CN" sz="2400" dirty="0"/>
          </a:p>
          <a:p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onUnchecked</a:t>
            </a:r>
            <a:r>
              <a:rPr lang="en-US" altLang="zh-CN" sz="2400" dirty="0"/>
              <a:t>: </a:t>
            </a:r>
            <a:r>
              <a:rPr lang="en-US" altLang="zh-CN" sz="2400" b="1" dirty="0"/>
              <a:t>function(event</a:t>
            </a:r>
            <a:r>
              <a:rPr lang="en-US" altLang="zh-CN" sz="2400" b="1" dirty="0" smtClean="0"/>
              <a:t>){</a:t>
            </a:r>
            <a:endParaRPr lang="en-US" altLang="zh-CN" sz="2400" b="1" dirty="0" smtClean="0"/>
          </a:p>
          <a:p>
            <a:r>
              <a:rPr lang="en-US" altLang="zh-CN" sz="2400" b="1" dirty="0"/>
              <a:t>	</a:t>
            </a:r>
            <a:r>
              <a:rPr lang="en-US" altLang="zh-CN" sz="2400" b="1" dirty="0" smtClean="0"/>
              <a:t>	</a:t>
            </a:r>
            <a:r>
              <a:rPr lang="en-US" altLang="zh-CN" sz="2400" b="1" dirty="0"/>
              <a:t>	</a:t>
            </a:r>
            <a:r>
              <a:rPr lang="en-US" altLang="zh-CN" sz="2400" b="1" dirty="0" smtClean="0"/>
              <a:t>… </a:t>
            </a:r>
            <a:endParaRPr lang="en-US" altLang="zh-CN" sz="2400" b="1" dirty="0"/>
          </a:p>
          <a:p>
            <a:r>
              <a:rPr lang="en-US" altLang="zh-CN" sz="2400" dirty="0" smtClean="0"/>
              <a:t>	}</a:t>
            </a:r>
            <a:endParaRPr lang="en-US" altLang="zh-CN" sz="2400" dirty="0"/>
          </a:p>
          <a:p>
            <a:r>
              <a:rPr lang="en-US" altLang="zh-CN" sz="2400" dirty="0"/>
              <a:t>});</a:t>
            </a:r>
            <a:endParaRPr lang="zh-CN" altLang="zh-CN" sz="2400" dirty="0" smtClean="0"/>
          </a:p>
          <a:p>
            <a:r>
              <a:rPr lang="en-US" altLang="zh-CN" sz="2400" dirty="0" smtClean="0"/>
              <a:t>	</a:t>
            </a:r>
            <a:br>
              <a:rPr lang="en-US" altLang="zh-CN" sz="2400" dirty="0" smtClean="0"/>
            </a:br>
            <a:endParaRPr lang="zh-CN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单选框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单选框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0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91744" y="1124744"/>
            <a:ext cx="5926667" cy="859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02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360" y="2084851"/>
            <a:ext cx="11233248" cy="2112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矩形 14"/>
          <p:cNvSpPr/>
          <p:nvPr/>
        </p:nvSpPr>
        <p:spPr>
          <a:xfrm>
            <a:off x="231604" y="4196794"/>
            <a:ext cx="12192000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 smtClean="0"/>
              <a:t>赋值：</a:t>
            </a:r>
            <a:endParaRPr lang="zh-CN" altLang="zh-CN" sz="2400" dirty="0" smtClean="0"/>
          </a:p>
          <a:p>
            <a:r>
              <a:rPr lang="en-US" altLang="zh-CN" sz="2400" dirty="0" smtClean="0"/>
              <a:t>$</a:t>
            </a:r>
            <a:r>
              <a:rPr lang="en-US" altLang="zh-CN" sz="2400" dirty="0" err="1" smtClean="0"/>
              <a:t>HUI.radio</a:t>
            </a:r>
            <a:r>
              <a:rPr lang="en-US" altLang="zh-CN" sz="2400" dirty="0" smtClean="0"/>
              <a:t>("#</a:t>
            </a:r>
            <a:r>
              <a:rPr lang="en-US" altLang="zh-CN" sz="2400" dirty="0" err="1" smtClean="0"/>
              <a:t>sexA</a:t>
            </a:r>
            <a:r>
              <a:rPr lang="en-US" altLang="zh-CN" sz="2400" dirty="0" smtClean="0"/>
              <a:t>").</a:t>
            </a:r>
            <a:r>
              <a:rPr lang="en-US" altLang="zh-CN" sz="2400" dirty="0" err="1" smtClean="0"/>
              <a:t>setValue</a:t>
            </a:r>
            <a:r>
              <a:rPr lang="en-US" altLang="zh-CN" sz="2400" dirty="0" smtClean="0"/>
              <a:t>(true); </a:t>
            </a:r>
            <a:endParaRPr lang="zh-CN" altLang="zh-CN" sz="2400" dirty="0" smtClean="0"/>
          </a:p>
          <a:p>
            <a:r>
              <a:rPr lang="zh-CN" altLang="zh-CN" sz="2400" dirty="0" smtClean="0"/>
              <a:t>取值：</a:t>
            </a:r>
            <a:endParaRPr lang="zh-CN" altLang="zh-CN" sz="2400" dirty="0" smtClean="0"/>
          </a:p>
          <a:p>
            <a:pPr lvl="0"/>
            <a:r>
              <a:rPr lang="en-US" altLang="zh-CN" sz="2400" dirty="0" err="1" smtClean="0"/>
              <a:t>var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checkedRadioJObj</a:t>
            </a:r>
            <a:r>
              <a:rPr lang="en-US" altLang="zh-CN" sz="2400" dirty="0" smtClean="0"/>
              <a:t> = $("input[name='</a:t>
            </a:r>
            <a:r>
              <a:rPr lang="en-US" altLang="zh-CN" sz="2400" dirty="0" err="1" smtClean="0"/>
              <a:t>PHINSTsex</a:t>
            </a:r>
            <a:r>
              <a:rPr lang="en-US" altLang="zh-CN" sz="2400" dirty="0" smtClean="0"/>
              <a:t>']:checked");</a:t>
            </a:r>
            <a:endParaRPr lang="zh-CN" altLang="zh-CN" sz="2400" dirty="0" smtClean="0"/>
          </a:p>
          <a:p>
            <a:pPr lvl="0"/>
            <a:r>
              <a:rPr lang="en-US" altLang="zh-CN" sz="2400" dirty="0" smtClean="0"/>
              <a:t>$.</a:t>
            </a:r>
            <a:r>
              <a:rPr lang="en-US" altLang="zh-CN" sz="2400" dirty="0" err="1" smtClean="0"/>
              <a:t>messager.alert</a:t>
            </a:r>
            <a:r>
              <a:rPr lang="en-US" altLang="zh-CN" sz="2400" dirty="0" smtClean="0"/>
              <a:t>("</a:t>
            </a:r>
            <a:r>
              <a:rPr lang="zh-CN" altLang="zh-CN" sz="2400" dirty="0" smtClean="0"/>
              <a:t>提示</a:t>
            </a:r>
            <a:r>
              <a:rPr lang="en-US" altLang="zh-CN" sz="2400" dirty="0" smtClean="0"/>
              <a:t>","value="+</a:t>
            </a:r>
            <a:r>
              <a:rPr lang="en-US" altLang="zh-CN" sz="2400" dirty="0" err="1" smtClean="0"/>
              <a:t>checkedRadioJObj.val</a:t>
            </a:r>
            <a:r>
              <a:rPr lang="en-US" altLang="zh-CN" sz="2400" dirty="0" smtClean="0"/>
              <a:t>()+" , label="+</a:t>
            </a:r>
            <a:r>
              <a:rPr lang="en-US" altLang="zh-CN" sz="2400" dirty="0" err="1" smtClean="0"/>
              <a:t>checkedRadioJObj.attr</a:t>
            </a:r>
            <a:r>
              <a:rPr lang="en-US" altLang="zh-CN" sz="2400" dirty="0" smtClean="0"/>
              <a:t>("label"));</a:t>
            </a:r>
            <a:endParaRPr lang="zh-CN" altLang="zh-CN" sz="2400" dirty="0" smtClean="0"/>
          </a:p>
          <a:p>
            <a:pPr lvl="0"/>
            <a:br>
              <a:rPr lang="en-US" altLang="zh-CN" sz="2400" dirty="0" smtClean="0"/>
            </a:br>
            <a:endParaRPr lang="zh-CN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表格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/>
                <a:t>查询框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200" y="1587111"/>
            <a:ext cx="3708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9385" y="2120351"/>
            <a:ext cx="9505056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代码：</a:t>
            </a:r>
            <a:endParaRPr lang="en-US" altLang="zh-CN" sz="2000" dirty="0" smtClean="0"/>
          </a:p>
          <a:p>
            <a:r>
              <a:rPr lang="en-US" altLang="zh-CN" sz="2000" dirty="0" smtClean="0"/>
              <a:t>&lt;</a:t>
            </a:r>
            <a:r>
              <a:rPr lang="en-US" altLang="zh-CN" sz="2000" dirty="0" err="1"/>
              <a:t>tr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r>
              <a:rPr lang="en-US" altLang="zh-CN" sz="2000" dirty="0" smtClean="0"/>
              <a:t>	&lt;</a:t>
            </a:r>
            <a:r>
              <a:rPr lang="en-US" altLang="zh-CN" sz="2000" dirty="0"/>
              <a:t>td&gt;</a:t>
            </a:r>
            <a:r>
              <a:rPr lang="zh-CN" altLang="en-US" sz="2000" dirty="0"/>
              <a:t>查询框</a:t>
            </a:r>
            <a:r>
              <a:rPr lang="en-US" altLang="zh-CN" sz="2000" dirty="0"/>
              <a:t>&lt;/td&gt;</a:t>
            </a:r>
            <a:endParaRPr lang="en-US" altLang="zh-CN" sz="2000" dirty="0"/>
          </a:p>
          <a:p>
            <a:r>
              <a:rPr lang="en-US" altLang="zh-CN" sz="2000" dirty="0" smtClean="0"/>
              <a:t>	&lt;</a:t>
            </a:r>
            <a:r>
              <a:rPr lang="en-US" altLang="zh-CN" sz="2000" dirty="0"/>
              <a:t>td</a:t>
            </a:r>
            <a:r>
              <a:rPr lang="en-US" altLang="zh-CN" sz="2000" dirty="0" smtClean="0"/>
              <a:t>&gt;&lt;</a:t>
            </a:r>
            <a:r>
              <a:rPr lang="en-US" altLang="zh-CN" sz="2000" dirty="0"/>
              <a:t>input id="</a:t>
            </a:r>
            <a:r>
              <a:rPr lang="en-US" altLang="zh-CN" sz="2000" dirty="0" err="1"/>
              <a:t>ss</a:t>
            </a:r>
            <a:r>
              <a:rPr lang="en-US" altLang="zh-CN" sz="2000" dirty="0"/>
              <a:t>" </a:t>
            </a:r>
            <a:r>
              <a:rPr lang="en-US" altLang="zh-CN" sz="2000" dirty="0" err="1"/>
              <a:t>href</a:t>
            </a:r>
            <a:r>
              <a:rPr lang="en-US" altLang="zh-CN" sz="2000" dirty="0"/>
              <a:t>="#" class="</a:t>
            </a:r>
            <a:r>
              <a:rPr lang="en-US" altLang="zh-CN" sz="2000" dirty="0" err="1"/>
              <a:t>hisui-searchbox</a:t>
            </a:r>
            <a:r>
              <a:rPr lang="en-US" altLang="zh-CN" sz="2000" dirty="0" smtClean="0"/>
              <a:t>"/&gt;&lt;/</a:t>
            </a:r>
            <a:r>
              <a:rPr lang="en-US" altLang="zh-CN" sz="2000" dirty="0"/>
              <a:t>td&gt;</a:t>
            </a:r>
            <a:endParaRPr lang="en-US" altLang="zh-CN" sz="2000" dirty="0"/>
          </a:p>
          <a:p>
            <a:r>
              <a:rPr lang="en-US" altLang="zh-CN" sz="2000" dirty="0"/>
              <a:t>&lt;/</a:t>
            </a:r>
            <a:r>
              <a:rPr lang="en-US" altLang="zh-CN" sz="2000" dirty="0" err="1"/>
              <a:t>tr</a:t>
            </a:r>
            <a:r>
              <a:rPr lang="en-US" altLang="zh-CN" sz="2000" dirty="0" smtClean="0"/>
              <a:t>&gt;</a:t>
            </a:r>
            <a:endParaRPr lang="en-US" altLang="zh-CN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表格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表格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矩形 14"/>
          <p:cNvSpPr/>
          <p:nvPr/>
        </p:nvSpPr>
        <p:spPr>
          <a:xfrm>
            <a:off x="0" y="4181713"/>
            <a:ext cx="12048661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定义表格</a:t>
            </a:r>
            <a:r>
              <a:rPr lang="zh-CN" altLang="zh-CN" sz="2400" dirty="0" smtClean="0"/>
              <a:t>：</a:t>
            </a:r>
            <a:endParaRPr lang="zh-CN" altLang="zh-CN" sz="2400" dirty="0" smtClean="0"/>
          </a:p>
          <a:p>
            <a:r>
              <a:rPr altLang="zh-CN" sz="2400" smtClean="0"/>
              <a:t> &lt;div data-options="region:'center'"&gt;</a:t>
            </a:r>
            <a:endParaRPr altLang="zh-CN" sz="2400" smtClean="0"/>
          </a:p>
          <a:p>
            <a:r>
              <a:rPr altLang="zh-CN" sz="2400" smtClean="0"/>
              <a:t>         &lt;table id="grid" data-options="fit:true" border="false"&gt;&lt;/table&gt;    </a:t>
            </a:r>
            <a:endParaRPr altLang="zh-CN" sz="2400" smtClean="0"/>
          </a:p>
          <a:p>
            <a:r>
              <a:rPr altLang="zh-CN" sz="2400" smtClean="0"/>
              <a:t> &lt;/div&gt; </a:t>
            </a:r>
            <a:br>
              <a:rPr lang="en-US" altLang="zh-CN" sz="2400" dirty="0" smtClean="0"/>
            </a:br>
            <a:endParaRPr lang="zh-CN" altLang="zh-CN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567815"/>
            <a:ext cx="9932670" cy="2245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表格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5360" y="1508787"/>
            <a:ext cx="12048661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br>
              <a:rPr lang="en-US" altLang="zh-CN" sz="2400" dirty="0" smtClean="0"/>
            </a:br>
            <a:endParaRPr lang="zh-CN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1187450"/>
            <a:ext cx="7553325" cy="3590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表格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表格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1371" y="1508787"/>
            <a:ext cx="12048661" cy="5815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1</a:t>
            </a:r>
            <a:r>
              <a:rPr lang="zh-CN" altLang="en-US" sz="2000" dirty="0" smtClean="0"/>
              <a:t>、</a:t>
            </a:r>
            <a:r>
              <a:rPr lang="zh-CN" altLang="zh-CN" sz="2000" dirty="0" smtClean="0"/>
              <a:t>在</a:t>
            </a:r>
            <a:r>
              <a:rPr lang="en-US" altLang="zh-CN" sz="2000" dirty="0" smtClean="0"/>
              <a:t> &lt;div&gt; </a:t>
            </a:r>
            <a:r>
              <a:rPr lang="zh-CN" altLang="zh-CN" sz="2000" dirty="0" smtClean="0"/>
              <a:t>标签内定义工具栏：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$('#dg').</a:t>
            </a:r>
            <a:r>
              <a:rPr lang="en-US" altLang="zh-CN" sz="2000" dirty="0" err="1" smtClean="0"/>
              <a:t>datagrid</a:t>
            </a:r>
            <a:r>
              <a:rPr lang="en-US" altLang="zh-CN" sz="2000" dirty="0" smtClean="0"/>
              <a:t>({toolbar: '#</a:t>
            </a:r>
            <a:r>
              <a:rPr lang="en-US" altLang="zh-CN" sz="2000" dirty="0" err="1" smtClean="0"/>
              <a:t>tb</a:t>
            </a:r>
            <a:r>
              <a:rPr lang="en-US" altLang="zh-CN" sz="2000" dirty="0" smtClean="0"/>
              <a:t>'});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&lt;div id="</a:t>
            </a:r>
            <a:r>
              <a:rPr lang="en-US" altLang="zh-CN" sz="2000" dirty="0" err="1" smtClean="0"/>
              <a:t>tb</a:t>
            </a:r>
            <a:r>
              <a:rPr lang="en-US" altLang="zh-CN" sz="2000" dirty="0" smtClean="0"/>
              <a:t>"&gt;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&lt;a </a:t>
            </a:r>
            <a:r>
              <a:rPr lang="en-US" altLang="zh-CN" sz="2000" dirty="0" err="1" smtClean="0"/>
              <a:t>href</a:t>
            </a:r>
            <a:r>
              <a:rPr lang="en-US" altLang="zh-CN" sz="2000" dirty="0" smtClean="0"/>
              <a:t>="#" class="</a:t>
            </a:r>
            <a:r>
              <a:rPr lang="en-US" altLang="zh-CN" sz="2000" dirty="0" err="1" smtClean="0"/>
              <a:t>easyui-linkbutton</a:t>
            </a:r>
            <a:r>
              <a:rPr lang="en-US" altLang="zh-CN" sz="2000" dirty="0" smtClean="0"/>
              <a:t>" data-options="</a:t>
            </a:r>
            <a:r>
              <a:rPr lang="en-US" altLang="zh-CN" sz="2000" dirty="0" err="1" smtClean="0"/>
              <a:t>iconCls:'icon-edit',plain:true</a:t>
            </a:r>
            <a:r>
              <a:rPr lang="en-US" altLang="zh-CN" sz="2000" dirty="0" smtClean="0"/>
              <a:t>"&gt;&lt;/a&gt;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&lt;a </a:t>
            </a:r>
            <a:r>
              <a:rPr lang="en-US" altLang="zh-CN" sz="2000" dirty="0" err="1" smtClean="0"/>
              <a:t>href</a:t>
            </a:r>
            <a:r>
              <a:rPr lang="en-US" altLang="zh-CN" sz="2000" dirty="0" smtClean="0"/>
              <a:t>="#" class="</a:t>
            </a:r>
            <a:r>
              <a:rPr lang="en-US" altLang="zh-CN" sz="2000" dirty="0" err="1" smtClean="0"/>
              <a:t>easyui-linkbutton</a:t>
            </a:r>
            <a:r>
              <a:rPr lang="en-US" altLang="zh-CN" sz="2000" dirty="0" smtClean="0"/>
              <a:t>" data-options="</a:t>
            </a:r>
            <a:r>
              <a:rPr lang="en-US" altLang="zh-CN" sz="2000" dirty="0" err="1" smtClean="0"/>
              <a:t>iconCls:'icon-help',plain:true</a:t>
            </a:r>
            <a:r>
              <a:rPr lang="en-US" altLang="zh-CN" sz="2000" dirty="0" smtClean="0"/>
              <a:t>"&gt;&lt;/a&gt;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&lt;/div&gt;</a:t>
            </a:r>
            <a:endParaRPr lang="en-US" altLang="zh-CN" sz="2000" dirty="0" smtClean="0"/>
          </a:p>
          <a:p>
            <a:r>
              <a:rPr lang="en-US" altLang="zh-CN" sz="2000" dirty="0" smtClean="0"/>
              <a:t>2</a:t>
            </a:r>
            <a:r>
              <a:rPr lang="zh-CN" altLang="en-US" sz="2000" dirty="0" smtClean="0"/>
              <a:t>、</a:t>
            </a:r>
            <a:r>
              <a:rPr lang="zh-CN" altLang="zh-CN" sz="2000" dirty="0" smtClean="0"/>
              <a:t>通过数组定义工具栏：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$('#dg').</a:t>
            </a:r>
            <a:r>
              <a:rPr lang="en-US" altLang="zh-CN" sz="2000" dirty="0" err="1" smtClean="0"/>
              <a:t>datagrid</a:t>
            </a:r>
            <a:r>
              <a:rPr lang="en-US" altLang="zh-CN" sz="2000" dirty="0" smtClean="0"/>
              <a:t>({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	toolbar: [{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iconCls</a:t>
            </a:r>
            <a:r>
              <a:rPr lang="en-US" altLang="zh-CN" sz="2000" dirty="0" smtClean="0"/>
              <a:t>: 'icon-edit',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		handler: function(){alert('edit')}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	},'-',{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iconCls</a:t>
            </a:r>
            <a:r>
              <a:rPr lang="en-US" altLang="zh-CN" sz="2000" dirty="0" smtClean="0"/>
              <a:t>: 'icon-help',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		handler: function(){alert('help')}</a:t>
            </a:r>
            <a:endParaRPr lang="zh-CN" altLang="zh-CN" sz="2000" dirty="0" smtClean="0"/>
          </a:p>
          <a:p>
            <a:pPr lvl="0" latinLnBrk="1"/>
            <a:r>
              <a:rPr lang="en-US" altLang="zh-CN" sz="2000" dirty="0" smtClean="0"/>
              <a:t>	}]</a:t>
            </a:r>
            <a:endParaRPr lang="zh-CN" altLang="zh-CN" sz="2400" dirty="0" smtClean="0"/>
          </a:p>
          <a:p>
            <a:pPr lvl="0" latinLnBrk="1"/>
            <a:r>
              <a:rPr lang="en-US" altLang="zh-CN" sz="2400" dirty="0" smtClean="0"/>
              <a:t>});</a:t>
            </a:r>
            <a:endParaRPr lang="zh-CN" altLang="zh-CN" sz="2400" dirty="0" smtClean="0"/>
          </a:p>
          <a:p>
            <a:pPr lvl="0"/>
            <a:br>
              <a:rPr lang="en-US" altLang="zh-CN" sz="2400" dirty="0" smtClean="0"/>
            </a:br>
            <a:endParaRPr lang="zh-CN" altLang="zh-CN" sz="2400" dirty="0"/>
          </a:p>
        </p:txBody>
      </p:sp>
      <p:sp>
        <p:nvSpPr>
          <p:cNvPr id="10" name="矩形 9"/>
          <p:cNvSpPr/>
          <p:nvPr/>
        </p:nvSpPr>
        <p:spPr>
          <a:xfrm>
            <a:off x="2831637" y="932723"/>
            <a:ext cx="201803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 smtClean="0"/>
              <a:t>定义工具栏</a:t>
            </a:r>
            <a:r>
              <a:rPr lang="zh-CN" altLang="zh-CN" sz="2400" dirty="0" smtClean="0"/>
              <a:t>：</a:t>
            </a:r>
            <a:endParaRPr lang="en-US" altLang="zh-CN" sz="24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表格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表格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1371" y="1508787"/>
            <a:ext cx="11760629" cy="3169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tx1"/>
                </a:solidFill>
                <a:uFillTx/>
              </a:rPr>
              <a:t>load:</a:t>
            </a:r>
            <a:r>
              <a:rPr lang="zh-CN" altLang="zh-CN" sz="2000" dirty="0" smtClean="0">
                <a:solidFill>
                  <a:schemeClr val="tx1"/>
                </a:solidFill>
                <a:uFillTx/>
              </a:rPr>
              <a:t>加载并显示第一页的行，如果指定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 '</a:t>
            </a:r>
            <a:r>
              <a:rPr lang="en-US" altLang="zh-CN" sz="2000" dirty="0" err="1" smtClean="0">
                <a:solidFill>
                  <a:schemeClr val="tx1"/>
                </a:solidFill>
                <a:uFillTx/>
              </a:rPr>
              <a:t>param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' </a:t>
            </a:r>
            <a:r>
              <a:rPr lang="zh-CN" altLang="zh-CN" sz="2000" dirty="0" smtClean="0">
                <a:solidFill>
                  <a:schemeClr val="tx1"/>
                </a:solidFill>
                <a:uFillTx/>
              </a:rPr>
              <a:t>参数，它将替换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  <a:uFillTx/>
              </a:rPr>
              <a:t>queryParams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 </a:t>
            </a:r>
            <a:r>
              <a:rPr lang="zh-CN" altLang="zh-CN" sz="2000" dirty="0" smtClean="0">
                <a:solidFill>
                  <a:schemeClr val="tx1"/>
                </a:solidFill>
                <a:uFillTx/>
              </a:rPr>
              <a:t>属性。通常情况下，通过传递一些从参数进行查询，该方法被调用来从服务器加载新数据。</a:t>
            </a:r>
            <a:endParaRPr lang="zh-CN" altLang="zh-CN" sz="2000" dirty="0" smtClean="0">
              <a:solidFill>
                <a:schemeClr val="tx1"/>
              </a:solidFill>
              <a:uFillTx/>
            </a:endParaRPr>
          </a:p>
          <a:p>
            <a:r>
              <a:rPr lang="en-US" altLang="zh-CN" sz="2000" dirty="0" smtClean="0">
                <a:solidFill>
                  <a:schemeClr val="tx1"/>
                </a:solidFill>
                <a:uFillTx/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  <a:uFillTx/>
              </a:rPr>
              <a:t>HISUI</a:t>
            </a:r>
            <a:r>
              <a:rPr lang="zh-CN" altLang="zh-CN" sz="2000" dirty="0" smtClean="0">
                <a:solidFill>
                  <a:schemeClr val="tx1"/>
                </a:solidFill>
                <a:uFillTx/>
              </a:rPr>
              <a:t>里要把类名和方法名写上：</a:t>
            </a:r>
            <a:endParaRPr lang="zh-CN" altLang="zh-CN" sz="2000" dirty="0" smtClean="0">
              <a:solidFill>
                <a:schemeClr val="tx1"/>
              </a:solidFill>
              <a:uFillTx/>
            </a:endParaRPr>
          </a:p>
          <a:p>
            <a:r>
              <a:rPr lang="en-US" altLang="zh-CN" sz="2000" smtClean="0">
                <a:solidFill>
                  <a:schemeClr val="tx1"/>
                </a:solidFill>
                <a:uFillTx/>
              </a:rPr>
              <a:t>$("#grid").datagrid("load",{</a:t>
            </a:r>
            <a:endParaRPr lang="en-US" altLang="zh-CN" sz="2000" smtClean="0">
              <a:solidFill>
                <a:schemeClr val="tx1"/>
              </a:solidFill>
              <a:uFillTx/>
            </a:endParaRPr>
          </a:p>
          <a:p>
            <a:r>
              <a:rPr lang="en-US" altLang="zh-CN" sz="2000" smtClean="0">
                <a:solidFill>
                  <a:schemeClr val="tx1"/>
                </a:solidFill>
                <a:uFillTx/>
              </a:rPr>
              <a:t>                ClassName:'web.Study.Day3',</a:t>
            </a:r>
            <a:endParaRPr lang="en-US" altLang="zh-CN" sz="2000" smtClean="0">
              <a:solidFill>
                <a:schemeClr val="tx1"/>
              </a:solidFill>
              <a:uFillTx/>
            </a:endParaRPr>
          </a:p>
          <a:p>
            <a:r>
              <a:rPr lang="en-US" altLang="zh-CN" sz="2000" smtClean="0">
                <a:solidFill>
                  <a:schemeClr val="tx1"/>
                </a:solidFill>
                <a:uFillTx/>
              </a:rPr>
              <a:t>                QueryName:'GetStudentData'</a:t>
            </a:r>
            <a:endParaRPr lang="en-US" altLang="zh-CN" sz="2000" smtClean="0">
              <a:solidFill>
                <a:schemeClr val="tx1"/>
              </a:solidFill>
              <a:uFillTx/>
            </a:endParaRPr>
          </a:p>
          <a:p>
            <a:r>
              <a:rPr lang="en-US" altLang="zh-CN" sz="2000" smtClean="0">
                <a:solidFill>
                  <a:schemeClr val="tx1"/>
                </a:solidFill>
                <a:uFillTx/>
              </a:rPr>
              <a:t>           });  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 </a:t>
            </a:r>
            <a:endParaRPr lang="zh-CN" altLang="zh-CN" sz="2000" dirty="0" smtClean="0">
              <a:solidFill>
                <a:schemeClr val="tx1"/>
              </a:solidFill>
              <a:uFillTx/>
            </a:endParaRPr>
          </a:p>
          <a:p>
            <a:r>
              <a:rPr lang="en-US" altLang="zh-CN" sz="2000" b="1" dirty="0" smtClean="0">
                <a:solidFill>
                  <a:schemeClr val="tx1"/>
                </a:solidFill>
                <a:uFillTx/>
              </a:rPr>
              <a:t>reload</a:t>
            </a:r>
            <a:r>
              <a:rPr lang="zh-CN" altLang="zh-CN" sz="2000" dirty="0" smtClean="0">
                <a:solidFill>
                  <a:schemeClr val="tx1"/>
                </a:solidFill>
                <a:uFillTx/>
              </a:rPr>
              <a:t>重载行。等同于</a:t>
            </a:r>
            <a:r>
              <a:rPr lang="en-US" altLang="zh-CN" sz="2000" dirty="0" smtClean="0">
                <a:solidFill>
                  <a:schemeClr val="tx1"/>
                </a:solidFill>
                <a:uFillTx/>
              </a:rPr>
              <a:t>'load'</a:t>
            </a:r>
            <a:r>
              <a:rPr lang="zh-CN" altLang="zh-CN" sz="2000" dirty="0" smtClean="0">
                <a:solidFill>
                  <a:schemeClr val="tx1"/>
                </a:solidFill>
                <a:uFillTx/>
              </a:rPr>
              <a:t>方法，但是它将保持在当前页。</a:t>
            </a:r>
            <a:endParaRPr lang="zh-CN" altLang="zh-CN" sz="2000" dirty="0" smtClean="0">
              <a:solidFill>
                <a:schemeClr val="tx1"/>
              </a:solidFill>
              <a:uFillTx/>
            </a:endParaRPr>
          </a:p>
          <a:p>
            <a:pPr lvl="0"/>
            <a:br>
              <a:rPr lang="en-US" altLang="zh-CN" sz="2000" dirty="0" smtClean="0">
                <a:solidFill>
                  <a:schemeClr val="tx1"/>
                </a:solidFill>
                <a:uFillTx/>
              </a:rPr>
            </a:br>
            <a:endParaRPr lang="en-US" altLang="zh-CN" sz="2000" dirty="0" smtClean="0">
              <a:solidFill>
                <a:schemeClr val="tx1"/>
              </a:solidFill>
              <a:uFillTx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31637" y="932723"/>
            <a:ext cx="171196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 smtClean="0"/>
              <a:t>加载数据</a:t>
            </a:r>
            <a:r>
              <a:rPr lang="zh-CN" altLang="zh-CN" sz="2400" dirty="0" smtClean="0"/>
              <a:t>：</a:t>
            </a:r>
            <a:endParaRPr lang="zh-CN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窗口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窗口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3404" y="1499903"/>
            <a:ext cx="7776864" cy="4584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 smtClean="0"/>
              <a:t>代码如下：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&lt;div id="win" class="</a:t>
            </a:r>
            <a:r>
              <a:rPr lang="en-US" altLang="zh-CN" sz="2000" dirty="0" err="1" smtClean="0"/>
              <a:t>hisui</a:t>
            </a:r>
            <a:r>
              <a:rPr lang="en-US" altLang="zh-CN" sz="2000" dirty="0" smtClean="0"/>
              <a:t>-window" title="</a:t>
            </a:r>
            <a:r>
              <a:rPr lang="zh-CN" altLang="zh-CN" sz="2000" dirty="0" smtClean="0"/>
              <a:t>完成接诊</a:t>
            </a:r>
            <a:r>
              <a:rPr lang="en-US" altLang="zh-CN" sz="2000" dirty="0" smtClean="0"/>
              <a:t>" style="width:400px;height:200px;top:10px;left:500px;padding:10px"	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data-options="</a:t>
            </a:r>
            <a:r>
              <a:rPr lang="en-US" altLang="zh-CN" sz="2000" dirty="0" err="1" smtClean="0"/>
              <a:t>iconCls:'icon-save',resizable:true,modal:false,isZindexTop:true</a:t>
            </a:r>
            <a:r>
              <a:rPr lang="en-US" altLang="zh-CN" sz="2000" dirty="0" smtClean="0"/>
              <a:t>"&gt;		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</a:t>
            </a:r>
            <a:r>
              <a:rPr lang="zh-CN" altLang="zh-CN" sz="2000" dirty="0" smtClean="0"/>
              <a:t>我是一个</a:t>
            </a:r>
            <a:r>
              <a:rPr lang="en-US" altLang="zh-CN" sz="2000" dirty="0" smtClean="0"/>
              <a:t>Window</a:t>
            </a:r>
            <a:r>
              <a:rPr lang="zh-CN" altLang="zh-CN" sz="2000" dirty="0" smtClean="0"/>
              <a:t>窗口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	&lt;code&gt;</a:t>
            </a:r>
            <a:r>
              <a:rPr lang="en-US" altLang="zh-CN" sz="2000" dirty="0" err="1" smtClean="0"/>
              <a:t>hisui</a:t>
            </a:r>
            <a:r>
              <a:rPr lang="en-US" altLang="zh-CN" sz="2000" dirty="0" smtClean="0"/>
              <a:t>-window&lt;/code&gt;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&lt;/div&gt;</a:t>
            </a:r>
            <a:endParaRPr lang="zh-CN" altLang="zh-CN" sz="2000" dirty="0" smtClean="0"/>
          </a:p>
          <a:p>
            <a:r>
              <a:rPr lang="zh-CN" altLang="zh-CN" sz="2000" dirty="0" smtClean="0"/>
              <a:t>窗口打开和关闭</a:t>
            </a:r>
            <a:endParaRPr lang="zh-CN" altLang="zh-CN" sz="2000" dirty="0" smtClean="0"/>
          </a:p>
          <a:p>
            <a:pPr lvl="0"/>
            <a:r>
              <a:rPr lang="en-US" altLang="zh-CN" sz="2000" dirty="0" smtClean="0"/>
              <a:t>$('#win').window('open'); // </a:t>
            </a:r>
            <a:r>
              <a:rPr lang="zh-CN" sz="2000" dirty="0" smtClean="0"/>
              <a:t>打开窗口</a:t>
            </a:r>
            <a:endParaRPr lang="zh-CN" sz="2000" dirty="0" smtClean="0"/>
          </a:p>
          <a:p>
            <a:pPr lvl="0"/>
            <a:r>
              <a:rPr lang="en-US" altLang="zh-CN" sz="2000" dirty="0" smtClean="0"/>
              <a:t>$('#win').window('close'); // </a:t>
            </a:r>
            <a:r>
              <a:rPr lang="zh-CN" sz="2000" dirty="0" smtClean="0"/>
              <a:t>关闭窗口</a:t>
            </a:r>
            <a:r>
              <a:rPr lang="en-US" altLang="zh-CN" sz="2400" dirty="0" smtClean="0"/>
              <a:t> </a:t>
            </a:r>
            <a:endParaRPr lang="zh-CN" altLang="zh-CN" sz="2400" dirty="0" smtClean="0"/>
          </a:p>
          <a:p>
            <a:pPr lvl="0"/>
            <a:br>
              <a:rPr lang="en-US" altLang="zh-CN" sz="2400" dirty="0" smtClean="0"/>
            </a:br>
            <a:endParaRPr lang="zh-CN" altLang="zh-CN" sz="2400" dirty="0"/>
          </a:p>
        </p:txBody>
      </p:sp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9060" y="2570374"/>
            <a:ext cx="4655840" cy="3360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 idx="4294967295"/>
          </p:nvPr>
        </p:nvSpPr>
        <p:spPr>
          <a:xfrm>
            <a:off x="781051" y="0"/>
            <a:ext cx="11410949" cy="795867"/>
          </a:xfrm>
        </p:spPr>
        <p:txBody>
          <a:bodyPr>
            <a:normAutofit/>
          </a:bodyPr>
          <a:lstStyle/>
          <a:p>
            <a:pPr algn="l"/>
            <a:r>
              <a:rPr lang="en-US" altLang="zh-CN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HISUI</a:t>
            </a:r>
            <a:r>
              <a:rPr lang="zh-CN" altLang="en-US" sz="3735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  <a:r>
              <a:rPr lang="en-US" altLang="zh-CN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3735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窗口</a:t>
            </a:r>
            <a:endParaRPr lang="zh-CN" altLang="en-US" sz="3735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圆角矩形 4"/>
          <p:cNvSpPr/>
          <p:nvPr/>
        </p:nvSpPr>
        <p:spPr>
          <a:xfrm>
            <a:off x="7705885" y="3241105"/>
            <a:ext cx="310495" cy="18789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48920" tIns="248920" rIns="248920" bIns="248920" numCol="1" spcCol="1270" anchor="ctr" anchorCtr="0">
            <a:noAutofit/>
          </a:bodyPr>
          <a:lstStyle/>
          <a:p>
            <a:pPr defTabSz="2178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4800" dirty="0"/>
          </a:p>
        </p:txBody>
      </p:sp>
      <p:grpSp>
        <p:nvGrpSpPr>
          <p:cNvPr id="2" name="组合 30"/>
          <p:cNvGrpSpPr/>
          <p:nvPr/>
        </p:nvGrpSpPr>
        <p:grpSpPr>
          <a:xfrm>
            <a:off x="447404" y="932723"/>
            <a:ext cx="2000191" cy="566968"/>
            <a:chOff x="159919" y="-10940382"/>
            <a:chExt cx="13525571" cy="10907011"/>
          </a:xfrm>
        </p:grpSpPr>
        <p:sp>
          <p:nvSpPr>
            <p:cNvPr id="32" name="圆角矩形 31"/>
            <p:cNvSpPr/>
            <p:nvPr/>
          </p:nvSpPr>
          <p:spPr>
            <a:xfrm>
              <a:off x="159919" y="-10940382"/>
              <a:ext cx="13525571" cy="1042012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altLang="zh-CN" sz="2400" dirty="0" smtClean="0"/>
                <a:t>HISUI</a:t>
              </a:r>
              <a:r>
                <a:rPr lang="zh-CN" altLang="en-US" sz="2400" dirty="0" smtClean="0"/>
                <a:t>对话框</a:t>
              </a:r>
              <a:endParaRPr lang="zh-CN" altLang="en-US" sz="2400" dirty="0"/>
            </a:p>
          </p:txBody>
        </p:sp>
        <p:sp>
          <p:nvSpPr>
            <p:cNvPr id="33" name="圆角矩形 4"/>
            <p:cNvSpPr/>
            <p:nvPr/>
          </p:nvSpPr>
          <p:spPr>
            <a:xfrm>
              <a:off x="159919" y="-1007146"/>
              <a:ext cx="4317888" cy="9737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48920" tIns="248920" rIns="248920" bIns="248920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dirty="0"/>
            </a:p>
          </p:txBody>
        </p:sp>
      </p:grpSp>
      <p:pic>
        <p:nvPicPr>
          <p:cNvPr id="14" name="Picture 2" descr="F:\FileRev\font-awesome_4-7-0_newspaper-o_85_0_ffffff_none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"/>
            <a:ext cx="672075" cy="7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内容占位符 2"/>
          <p:cNvSpPr txBox="1"/>
          <p:nvPr/>
        </p:nvSpPr>
        <p:spPr>
          <a:xfrm>
            <a:off x="623392" y="3813043"/>
            <a:ext cx="10862773" cy="2880320"/>
          </a:xfrm>
          <a:prstGeom prst="rect">
            <a:avLst/>
          </a:prstGeom>
        </p:spPr>
        <p:txBody>
          <a:bodyPr/>
          <a:lstStyle/>
          <a:p>
            <a:pPr marL="306070" lvl="0" indent="-306070">
              <a:spcBef>
                <a:spcPct val="20000"/>
              </a:spcBef>
            </a:pPr>
            <a:endParaRPr kumimoji="0" lang="zh-CN" altLang="zh-CN" sz="266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39883" y="836712"/>
            <a:ext cx="6816757" cy="6616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600" dirty="0" smtClean="0"/>
              <a:t>&lt;div id="dd2" class="</a:t>
            </a:r>
            <a:r>
              <a:rPr lang="en-US" altLang="zh-CN" sz="1600" dirty="0" err="1" smtClean="0"/>
              <a:t>hisui</a:t>
            </a:r>
            <a:r>
              <a:rPr lang="en-US" altLang="zh-CN" sz="1600" dirty="0" smtClean="0"/>
              <a:t>-dialog" title="</a:t>
            </a:r>
            <a:r>
              <a:rPr lang="zh-CN" altLang="zh-CN" sz="1600" dirty="0" smtClean="0"/>
              <a:t>完成接诊</a:t>
            </a:r>
            <a:r>
              <a:rPr lang="en-US" altLang="zh-CN" sz="1600" dirty="0" smtClean="0"/>
              <a:t>" style="width:400px;height:350px;top:250px;left:500px;padding:10px;"</a:t>
            </a:r>
            <a:r>
              <a:rPr lang="zh-CN" altLang="zh-CN" sz="1600" dirty="0" smtClean="0"/>
              <a:t>　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data-options="</a:t>
            </a:r>
            <a:r>
              <a:rPr lang="en-US" altLang="zh-CN" sz="1600" dirty="0" err="1" smtClean="0"/>
              <a:t>iconCls:'icon-save',resizable:true,modal:true,toolbar</a:t>
            </a:r>
            <a:r>
              <a:rPr lang="en-US" altLang="zh-CN" sz="1600" dirty="0" smtClean="0"/>
              <a:t>:[{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	text:'</a:t>
            </a:r>
            <a:r>
              <a:rPr lang="zh-CN" altLang="zh-CN" sz="1600" dirty="0" smtClean="0"/>
              <a:t>编辑</a:t>
            </a:r>
            <a:r>
              <a:rPr lang="en-US" altLang="zh-CN" sz="1600" dirty="0" smtClean="0"/>
              <a:t>',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	</a:t>
            </a:r>
            <a:r>
              <a:rPr lang="en-US" altLang="zh-CN" sz="1600" dirty="0" err="1" smtClean="0"/>
              <a:t>iconCls:'icon</a:t>
            </a:r>
            <a:r>
              <a:rPr lang="en-US" altLang="zh-CN" sz="1600" dirty="0" smtClean="0"/>
              <a:t>-edit',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	</a:t>
            </a:r>
            <a:r>
              <a:rPr lang="en-US" altLang="zh-CN" sz="1600" dirty="0" err="1" smtClean="0"/>
              <a:t>handler:function</a:t>
            </a:r>
            <a:r>
              <a:rPr lang="en-US" altLang="zh-CN" sz="1600" dirty="0" smtClean="0"/>
              <a:t>(){alert('edit')}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},{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	text:'</a:t>
            </a:r>
            <a:r>
              <a:rPr lang="zh-CN" altLang="zh-CN" sz="1600" dirty="0" smtClean="0"/>
              <a:t>帮助</a:t>
            </a:r>
            <a:r>
              <a:rPr lang="en-US" altLang="zh-CN" sz="1600" dirty="0" smtClean="0"/>
              <a:t>',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	</a:t>
            </a:r>
            <a:r>
              <a:rPr lang="en-US" altLang="zh-CN" sz="1600" dirty="0" err="1" smtClean="0"/>
              <a:t>iconCls:'icon</a:t>
            </a:r>
            <a:r>
              <a:rPr lang="en-US" altLang="zh-CN" sz="1600" dirty="0" smtClean="0"/>
              <a:t>-help',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	</a:t>
            </a:r>
            <a:r>
              <a:rPr lang="en-US" altLang="zh-CN" sz="1600" dirty="0" err="1" smtClean="0"/>
              <a:t>handler:function</a:t>
            </a:r>
            <a:r>
              <a:rPr lang="en-US" altLang="zh-CN" sz="1600" dirty="0" smtClean="0"/>
              <a:t>(){alert('help')}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}],buttons:[{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	text:'</a:t>
            </a:r>
            <a:r>
              <a:rPr lang="zh-CN" altLang="zh-CN" sz="1600" dirty="0" smtClean="0"/>
              <a:t>保存</a:t>
            </a:r>
            <a:r>
              <a:rPr lang="en-US" altLang="zh-CN" sz="1600" dirty="0" smtClean="0"/>
              <a:t>',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	</a:t>
            </a:r>
            <a:r>
              <a:rPr lang="en-US" altLang="zh-CN" sz="1600" dirty="0" err="1" smtClean="0"/>
              <a:t>handler:function</a:t>
            </a:r>
            <a:r>
              <a:rPr lang="en-US" altLang="zh-CN" sz="1600" dirty="0" smtClean="0"/>
              <a:t>(){}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},{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	text:'</a:t>
            </a:r>
            <a:r>
              <a:rPr lang="zh-CN" altLang="zh-CN" sz="1600" dirty="0" smtClean="0"/>
              <a:t>关闭</a:t>
            </a:r>
            <a:r>
              <a:rPr lang="en-US" altLang="zh-CN" sz="1600" dirty="0" smtClean="0"/>
              <a:t>',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	</a:t>
            </a:r>
            <a:r>
              <a:rPr lang="en-US" altLang="zh-CN" sz="1600" dirty="0" err="1" smtClean="0"/>
              <a:t>handler:function</a:t>
            </a:r>
            <a:r>
              <a:rPr lang="en-US" altLang="zh-CN" sz="1600" dirty="0" smtClean="0"/>
              <a:t>(){$</a:t>
            </a:r>
            <a:r>
              <a:rPr lang="en-US" altLang="zh-CN" sz="1600" dirty="0" err="1" smtClean="0"/>
              <a:t>HUI.dialog</a:t>
            </a:r>
            <a:r>
              <a:rPr lang="en-US" altLang="zh-CN" sz="1600" dirty="0" smtClean="0"/>
              <a:t>('#dd2').close();}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}]"&gt;   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	</a:t>
            </a:r>
            <a:r>
              <a:rPr lang="zh-CN" altLang="zh-CN" sz="1600" dirty="0" smtClean="0"/>
              <a:t>这是一个模态操作框</a:t>
            </a:r>
            <a:r>
              <a:rPr lang="en-US" altLang="zh-CN" sz="1600" dirty="0" smtClean="0"/>
              <a:t>&lt;code&gt;</a:t>
            </a:r>
            <a:r>
              <a:rPr lang="en-US" altLang="zh-CN" sz="1600" dirty="0" err="1" smtClean="0"/>
              <a:t>hisui</a:t>
            </a:r>
            <a:r>
              <a:rPr lang="en-US" altLang="zh-CN" sz="1600" dirty="0" smtClean="0"/>
              <a:t>-dialog&lt;/code&gt;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&lt;/div&gt;</a:t>
            </a:r>
            <a:endParaRPr lang="zh-CN" altLang="zh-CN" sz="1600" dirty="0" smtClean="0"/>
          </a:p>
          <a:p>
            <a:r>
              <a:rPr lang="zh-CN" altLang="zh-CN" sz="1600" dirty="0" smtClean="0"/>
              <a:t>对话框打开和关闭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$('#dd2').dialog ('open'); // open a dialog</a:t>
            </a:r>
            <a:endParaRPr lang="zh-CN" altLang="zh-CN" sz="1600" dirty="0" smtClean="0"/>
          </a:p>
          <a:p>
            <a:pPr lvl="0"/>
            <a:r>
              <a:rPr lang="en-US" altLang="zh-CN" sz="1600" dirty="0" smtClean="0"/>
              <a:t>$('#dd2').dialog ('close'); // close a dialog</a:t>
            </a:r>
            <a:endParaRPr lang="zh-CN" altLang="zh-CN" sz="1600" dirty="0" smtClean="0"/>
          </a:p>
          <a:p>
            <a:r>
              <a:rPr lang="en-US" altLang="zh-CN" sz="2400" dirty="0" smtClean="0"/>
              <a:t> </a:t>
            </a:r>
            <a:endParaRPr lang="zh-CN" altLang="zh-CN" sz="2400" dirty="0" smtClean="0"/>
          </a:p>
          <a:p>
            <a:pPr lvl="0"/>
            <a:br>
              <a:rPr lang="en-US" altLang="zh-CN" sz="2400" dirty="0" smtClean="0"/>
            </a:br>
            <a:endParaRPr lang="zh-CN" altLang="zh-CN" sz="2400" dirty="0"/>
          </a:p>
        </p:txBody>
      </p:sp>
      <p:pic>
        <p:nvPicPr>
          <p:cNvPr id="2263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360" y="1796819"/>
            <a:ext cx="4512501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sp>
        <p:nvSpPr>
          <p:cNvPr id="12" name="文本框 34"/>
          <p:cNvSpPr txBox="1">
            <a:spLocks noChangeArrowheads="1"/>
          </p:cNvSpPr>
          <p:nvPr/>
        </p:nvSpPr>
        <p:spPr bwMode="auto">
          <a:xfrm>
            <a:off x="1345672" y="975830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示例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CSP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中引入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HISUI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39329" y="1002690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9450" y="1459865"/>
            <a:ext cx="2710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layout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布局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5704609" y="1143000"/>
            <a:ext cx="2867891" cy="317071"/>
          </a:xfrm>
          <a:prstGeom prst="rightArrow">
            <a:avLst/>
          </a:prstGeom>
          <a:solidFill>
            <a:srgbClr val="EBF3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788504" y="731838"/>
            <a:ext cx="3084499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：用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layout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布局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：西边区域画入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列表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内列表绑定后面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Query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1600" dirty="0"/>
              <a:t>增加工具</a:t>
            </a:r>
            <a:r>
              <a:rPr lang="zh-CN" altLang="en-US" sz="1600" dirty="0" smtClean="0"/>
              <a:t>按钮</a:t>
            </a: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</a:t>
            </a:r>
            <a:r>
              <a:rPr lang="zh-CN" altLang="en-US" sz="1600" dirty="0"/>
              <a:t>实现修改</a:t>
            </a:r>
            <a:r>
              <a:rPr lang="zh-CN" altLang="en-US" sz="1600" dirty="0" smtClean="0"/>
              <a:t>方法</a:t>
            </a: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：后台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保存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方法</a:t>
            </a:r>
            <a:endParaRPr lang="zh-CN" altLang="en-US" sz="1600" dirty="0"/>
          </a:p>
        </p:txBody>
      </p:sp>
      <p:sp>
        <p:nvSpPr>
          <p:cNvPr id="23" name="文本框 22"/>
          <p:cNvSpPr txBox="1"/>
          <p:nvPr/>
        </p:nvSpPr>
        <p:spPr>
          <a:xfrm>
            <a:off x="6591124" y="818024"/>
            <a:ext cx="1392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操作步骤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79450" y="2301875"/>
            <a:ext cx="858075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   &lt;div  class="hisui-layout" style="width:600px;height:400px;"&gt;   </a:t>
            </a:r>
            <a:endParaRPr lang="zh-CN" altLang="en-US"/>
          </a:p>
          <a:p>
            <a:r>
              <a:rPr lang="zh-CN" altLang="en-US"/>
              <a:t>    &lt;div data-options="</a:t>
            </a:r>
            <a:r>
              <a:rPr lang="zh-CN" altLang="en-US">
                <a:solidFill>
                  <a:srgbClr val="FF0000"/>
                </a:solidFill>
              </a:rPr>
              <a:t>region:'north</a:t>
            </a:r>
            <a:r>
              <a:rPr lang="zh-CN" altLang="en-US"/>
              <a:t>' ,split:true,collapsible:false"         style="height:120px;" title="学生维护"&gt;   </a:t>
            </a:r>
            <a:endParaRPr lang="zh-CN" altLang="en-US"/>
          </a:p>
          <a:p>
            <a:r>
              <a:rPr lang="zh-CN" altLang="en-US"/>
              <a:t>    &lt;/div&gt; </a:t>
            </a:r>
            <a:endParaRPr lang="zh-CN" altLang="en-US"/>
          </a:p>
          <a:p>
            <a:r>
              <a:rPr lang="zh-CN" altLang="en-US"/>
              <a:t>    &lt;div data-options="</a:t>
            </a:r>
            <a:r>
              <a:rPr lang="zh-CN" altLang="en-US">
                <a:solidFill>
                  <a:srgbClr val="FF0000"/>
                </a:solidFill>
              </a:rPr>
              <a:t>region:'center</a:t>
            </a:r>
            <a:r>
              <a:rPr lang="zh-CN" altLang="en-US"/>
              <a:t>'"&gt; </a:t>
            </a:r>
            <a:endParaRPr lang="zh-CN" altLang="en-US"/>
          </a:p>
          <a:p>
            <a:r>
              <a:rPr lang="zh-CN" altLang="en-US"/>
              <a:t>       &lt;table data-options="fit:true" id="mygrid" border="false"&gt;&lt;/table&gt;  </a:t>
            </a:r>
            <a:endParaRPr lang="zh-CN" altLang="en-US"/>
          </a:p>
          <a:p>
            <a:r>
              <a:rPr lang="zh-CN" altLang="en-US"/>
              <a:t>    &lt;/div&gt;</a:t>
            </a:r>
            <a:endParaRPr lang="zh-CN" altLang="en-US"/>
          </a:p>
          <a:p>
            <a:r>
              <a:rPr lang="zh-CN" altLang="en-US"/>
              <a:t>    &lt;/div&gt;  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365" y="2678430"/>
            <a:ext cx="3376295" cy="2874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04786" y="1010211"/>
            <a:ext cx="3204210" cy="36703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JS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内定义列表和数据源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04875" y="1469390"/>
            <a:ext cx="8716010" cy="6462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   var columns =[[  </a:t>
            </a:r>
            <a:r>
              <a:rPr lang="zh-CN" altLang="en-US">
                <a:sym typeface="+mn-ea"/>
              </a:rPr>
              <a:t>// 定义列信息</a:t>
            </a:r>
            <a:endParaRPr lang="zh-CN" altLang="en-US"/>
          </a:p>
          <a:p>
            <a:r>
              <a:rPr lang="zh-CN" altLang="en-US"/>
              <a:t>                  {field:'DHCCode',title:'学号',width:120},</a:t>
            </a:r>
            <a:endParaRPr lang="zh-CN" altLang="en-US"/>
          </a:p>
          <a:p>
            <a:r>
              <a:rPr lang="zh-CN" altLang="en-US"/>
              <a:t>                  {field:'DHCName',title:'姓名',width:120}, </a:t>
            </a:r>
            <a:endParaRPr lang="zh-CN" altLang="en-US"/>
          </a:p>
          <a:p>
            <a:r>
              <a:rPr lang="zh-CN" altLang="en-US"/>
              <a:t>                  {field:'DHCDobDate',title:'生日',width:120}, </a:t>
            </a:r>
            <a:endParaRPr lang="zh-CN" altLang="en-US"/>
          </a:p>
          <a:p>
            <a:r>
              <a:rPr lang="zh-CN" altLang="en-US"/>
              <a:t>	   {field:'DHCSexDR',title:'性别',width:120}, </a:t>
            </a:r>
            <a:endParaRPr lang="zh-CN" altLang="en-US"/>
          </a:p>
          <a:p>
            <a:r>
              <a:rPr lang="zh-CN" altLang="en-US"/>
              <a:t>                  {field:'DHCRowId',title:'DHCRowId',hidden:true}</a:t>
            </a:r>
            <a:endParaRPr lang="zh-CN" altLang="en-US"/>
          </a:p>
          <a:p>
            <a:r>
              <a:rPr lang="zh-CN" altLang="en-US"/>
              <a:t>                ]];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 var mygrid = $HUI.datagrid("#mygrid",{ </a:t>
            </a:r>
            <a:r>
              <a:rPr lang="en-US" altLang="zh-CN">
                <a:sym typeface="+mn-ea"/>
              </a:rPr>
              <a:t>/// </a:t>
            </a:r>
            <a:r>
              <a:rPr lang="zh-CN" altLang="en-US">
                <a:sym typeface="+mn-ea"/>
              </a:rPr>
              <a:t>定义列表的数据源</a:t>
            </a:r>
            <a:endParaRPr lang="zh-CN" altLang="en-US"/>
          </a:p>
          <a:p>
            <a:r>
              <a:rPr lang="zh-CN" altLang="en-US"/>
              <a:t>         url: $URL,</a:t>
            </a:r>
            <a:endParaRPr lang="zh-CN" altLang="en-US"/>
          </a:p>
          <a:p>
            <a:r>
              <a:rPr lang="zh-CN" altLang="en-US"/>
              <a:t>         queryParams:{</a:t>
            </a:r>
            <a:endParaRPr lang="zh-CN" altLang="en-US"/>
          </a:p>
          <a:p>
            <a:r>
              <a:rPr lang="zh-CN" altLang="en-US"/>
              <a:t>            ClassName:"web.Test.DHCCStudent",</a:t>
            </a:r>
            <a:endParaRPr lang="zh-CN" altLang="en-US"/>
          </a:p>
          <a:p>
            <a:r>
              <a:rPr lang="zh-CN" altLang="en-US"/>
              <a:t>            QueryName:"GetDataList"</a:t>
            </a:r>
            <a:endParaRPr lang="zh-CN" altLang="en-US"/>
          </a:p>
          <a:p>
            <a:r>
              <a:rPr lang="zh-CN" altLang="en-US"/>
              <a:t>        },    </a:t>
            </a:r>
            <a:endParaRPr lang="zh-CN" altLang="en-US"/>
          </a:p>
          <a:p>
            <a:r>
              <a:rPr lang="zh-CN" altLang="en-US"/>
              <a:t>       columns: columns,  //列信息</a:t>
            </a:r>
            <a:endParaRPr lang="zh-CN" altLang="en-US"/>
          </a:p>
          <a:p>
            <a:r>
              <a:rPr lang="zh-CN" altLang="en-US"/>
              <a:t>        pagination: true,  // 底部显示分页工具栏。</a:t>
            </a:r>
            <a:endParaRPr lang="zh-CN" altLang="en-US"/>
          </a:p>
          <a:p>
            <a:r>
              <a:rPr lang="zh-CN" altLang="en-US"/>
              <a:t>        pageSize:20,</a:t>
            </a:r>
            <a:endParaRPr lang="zh-CN" altLang="en-US"/>
          </a:p>
          <a:p>
            <a:r>
              <a:rPr lang="zh-CN" altLang="en-US"/>
              <a:t>        pageList:[5,10,15,20,25,30,50], </a:t>
            </a:r>
            <a:endParaRPr lang="zh-CN" altLang="en-US"/>
          </a:p>
          <a:p>
            <a:r>
              <a:rPr lang="zh-CN" altLang="en-US"/>
              <a:t>        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45" y="1873703"/>
            <a:ext cx="3850880" cy="234865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120" y="1938830"/>
            <a:ext cx="6717147" cy="22184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框 34"/>
          <p:cNvSpPr txBox="1">
            <a:spLocks noChangeArrowheads="1"/>
          </p:cNvSpPr>
          <p:nvPr/>
        </p:nvSpPr>
        <p:spPr bwMode="auto">
          <a:xfrm>
            <a:off x="1347730" y="906316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示例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组件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开发中引入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HISUI</a:t>
            </a: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技术</a:t>
            </a:r>
            <a:endParaRPr lang="zh-CN" altLang="en-US" sz="2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939329" y="85721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92587" y="1419628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dirty="0" smtClean="0"/>
              <a:t>新建</a:t>
            </a:r>
            <a:r>
              <a:rPr lang="zh-CN" altLang="en-US" dirty="0"/>
              <a:t>或已有</a:t>
            </a:r>
            <a:r>
              <a:rPr lang="en-US" altLang="zh-CN" dirty="0"/>
              <a:t>Custom</a:t>
            </a:r>
            <a:r>
              <a:rPr lang="zh-CN" altLang="en-US" dirty="0" smtClean="0"/>
              <a:t>类型的组件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192587" y="4250821"/>
            <a:ext cx="10527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dirty="0" smtClean="0"/>
              <a:t>挂</a:t>
            </a:r>
            <a:r>
              <a:rPr lang="zh-CN" altLang="en-US" dirty="0"/>
              <a:t>菜单时，填入组件名后，</a:t>
            </a:r>
            <a:r>
              <a:rPr lang="en-US" altLang="zh-CN" dirty="0" err="1"/>
              <a:t>csp</a:t>
            </a:r>
            <a:r>
              <a:rPr lang="zh-CN" altLang="en-US" dirty="0"/>
              <a:t>名填入</a:t>
            </a:r>
            <a:r>
              <a:rPr lang="en-US" altLang="zh-CN" dirty="0" err="1">
                <a:solidFill>
                  <a:srgbClr val="FF0000"/>
                </a:solidFill>
              </a:rPr>
              <a:t>websys.default.hisui.csp</a:t>
            </a:r>
            <a:r>
              <a:rPr lang="zh-CN" altLang="en-US" dirty="0"/>
              <a:t>则解析出来的界面就是</a:t>
            </a:r>
            <a:r>
              <a:rPr lang="en-US" altLang="zh-CN" dirty="0"/>
              <a:t>HISUI</a:t>
            </a:r>
            <a:r>
              <a:rPr lang="zh-CN" altLang="en-US" dirty="0"/>
              <a:t>界面</a:t>
            </a:r>
            <a:endParaRPr lang="zh-CN" altLang="en-US" dirty="0"/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575" y="4620153"/>
            <a:ext cx="3219478" cy="21739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grpSp>
        <p:nvGrpSpPr>
          <p:cNvPr id="73" name="组合 72"/>
          <p:cNvGrpSpPr/>
          <p:nvPr/>
        </p:nvGrpSpPr>
        <p:grpSpPr>
          <a:xfrm>
            <a:off x="804907" y="1464828"/>
            <a:ext cx="8920984" cy="4125481"/>
            <a:chOff x="493180" y="1059582"/>
            <a:chExt cx="7863200" cy="3687863"/>
          </a:xfrm>
        </p:grpSpPr>
        <p:sp>
          <p:nvSpPr>
            <p:cNvPr id="4" name="直接连接符 3"/>
            <p:cNvSpPr/>
            <p:nvPr/>
          </p:nvSpPr>
          <p:spPr>
            <a:xfrm>
              <a:off x="7178619" y="3198691"/>
              <a:ext cx="809710" cy="18549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93484"/>
                  </a:lnTo>
                  <a:lnTo>
                    <a:pt x="809710" y="93484"/>
                  </a:lnTo>
                  <a:lnTo>
                    <a:pt x="809710" y="185497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直接连接符 4"/>
            <p:cNvSpPr/>
            <p:nvPr/>
          </p:nvSpPr>
          <p:spPr>
            <a:xfrm>
              <a:off x="6368909" y="3198691"/>
              <a:ext cx="809710" cy="18549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809710" y="0"/>
                  </a:moveTo>
                  <a:lnTo>
                    <a:pt x="809710" y="93484"/>
                  </a:lnTo>
                  <a:lnTo>
                    <a:pt x="0" y="93484"/>
                  </a:lnTo>
                  <a:lnTo>
                    <a:pt x="0" y="185497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直接连接符 5"/>
            <p:cNvSpPr/>
            <p:nvPr/>
          </p:nvSpPr>
          <p:spPr>
            <a:xfrm>
              <a:off x="6368909" y="2424313"/>
              <a:ext cx="809710" cy="18549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93484"/>
                  </a:lnTo>
                  <a:lnTo>
                    <a:pt x="809710" y="93484"/>
                  </a:lnTo>
                  <a:lnTo>
                    <a:pt x="809710" y="185497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直接连接符 6"/>
            <p:cNvSpPr/>
            <p:nvPr/>
          </p:nvSpPr>
          <p:spPr>
            <a:xfrm>
              <a:off x="5559198" y="2424313"/>
              <a:ext cx="809710" cy="18549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809710" y="0"/>
                  </a:moveTo>
                  <a:lnTo>
                    <a:pt x="809710" y="93484"/>
                  </a:lnTo>
                  <a:lnTo>
                    <a:pt x="0" y="93484"/>
                  </a:lnTo>
                  <a:lnTo>
                    <a:pt x="0" y="185497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直接连接符 7"/>
            <p:cNvSpPr/>
            <p:nvPr/>
          </p:nvSpPr>
          <p:spPr>
            <a:xfrm>
              <a:off x="3983120" y="1649935"/>
              <a:ext cx="2385788" cy="18549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93484"/>
                  </a:lnTo>
                  <a:lnTo>
                    <a:pt x="2385788" y="93484"/>
                  </a:lnTo>
                  <a:lnTo>
                    <a:pt x="2385788" y="185497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直接连接符 8"/>
            <p:cNvSpPr/>
            <p:nvPr/>
          </p:nvSpPr>
          <p:spPr>
            <a:xfrm>
              <a:off x="3939777" y="3186457"/>
              <a:ext cx="896397" cy="19478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02774"/>
                  </a:lnTo>
                  <a:lnTo>
                    <a:pt x="896397" y="102774"/>
                  </a:lnTo>
                  <a:lnTo>
                    <a:pt x="896397" y="194786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直接连接符 9"/>
            <p:cNvSpPr/>
            <p:nvPr/>
          </p:nvSpPr>
          <p:spPr>
            <a:xfrm>
              <a:off x="3216752" y="3186457"/>
              <a:ext cx="723023" cy="19478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723023" y="0"/>
                  </a:moveTo>
                  <a:lnTo>
                    <a:pt x="723023" y="102774"/>
                  </a:lnTo>
                  <a:lnTo>
                    <a:pt x="0" y="102774"/>
                  </a:lnTo>
                  <a:lnTo>
                    <a:pt x="0" y="194786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直接连接符 11"/>
            <p:cNvSpPr/>
            <p:nvPr/>
          </p:nvSpPr>
          <p:spPr>
            <a:xfrm>
              <a:off x="3885610" y="1649935"/>
              <a:ext cx="91440" cy="25807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97509" y="0"/>
                  </a:moveTo>
                  <a:lnTo>
                    <a:pt x="97509" y="166067"/>
                  </a:lnTo>
                  <a:lnTo>
                    <a:pt x="45720" y="166067"/>
                  </a:lnTo>
                  <a:lnTo>
                    <a:pt x="45720" y="258079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直接连接符 12"/>
            <p:cNvSpPr/>
            <p:nvPr/>
          </p:nvSpPr>
          <p:spPr>
            <a:xfrm>
              <a:off x="1597331" y="3973069"/>
              <a:ext cx="809710" cy="18549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93484"/>
                  </a:lnTo>
                  <a:lnTo>
                    <a:pt x="809710" y="93484"/>
                  </a:lnTo>
                  <a:lnTo>
                    <a:pt x="809710" y="185497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直接连接符 13"/>
            <p:cNvSpPr/>
            <p:nvPr/>
          </p:nvSpPr>
          <p:spPr>
            <a:xfrm>
              <a:off x="787620" y="3973069"/>
              <a:ext cx="809710" cy="18549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809710" y="0"/>
                  </a:moveTo>
                  <a:lnTo>
                    <a:pt x="809710" y="93484"/>
                  </a:lnTo>
                  <a:lnTo>
                    <a:pt x="0" y="93484"/>
                  </a:lnTo>
                  <a:lnTo>
                    <a:pt x="0" y="185497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直接连接符 14"/>
            <p:cNvSpPr/>
            <p:nvPr/>
          </p:nvSpPr>
          <p:spPr>
            <a:xfrm>
              <a:off x="1551611" y="3198691"/>
              <a:ext cx="91440" cy="18549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85497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直接连接符 15"/>
            <p:cNvSpPr/>
            <p:nvPr/>
          </p:nvSpPr>
          <p:spPr>
            <a:xfrm>
              <a:off x="1551611" y="2424313"/>
              <a:ext cx="91440" cy="18549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85497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直接连接符 16"/>
            <p:cNvSpPr/>
            <p:nvPr/>
          </p:nvSpPr>
          <p:spPr>
            <a:xfrm>
              <a:off x="1597331" y="1649935"/>
              <a:ext cx="2385788" cy="18549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2385788" y="0"/>
                  </a:moveTo>
                  <a:lnTo>
                    <a:pt x="2385788" y="93484"/>
                  </a:lnTo>
                  <a:lnTo>
                    <a:pt x="0" y="93484"/>
                  </a:lnTo>
                  <a:lnTo>
                    <a:pt x="0" y="185497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椭圆 16"/>
            <p:cNvSpPr/>
            <p:nvPr/>
          </p:nvSpPr>
          <p:spPr>
            <a:xfrm>
              <a:off x="3688680" y="1061054"/>
              <a:ext cx="588880" cy="588880"/>
            </a:xfrm>
            <a:prstGeom prst="ellipse">
              <a:avLst/>
            </a:prstGeom>
            <a:blipFill rotWithShape="1">
              <a:blip r:embed="rId1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18" name="组合 17"/>
            <p:cNvGrpSpPr/>
            <p:nvPr/>
          </p:nvGrpSpPr>
          <p:grpSpPr>
            <a:xfrm>
              <a:off x="4277560" y="1059582"/>
              <a:ext cx="883320" cy="588880"/>
              <a:chOff x="3786152" y="342102"/>
              <a:chExt cx="883320" cy="588880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3786152" y="342102"/>
                <a:ext cx="883320" cy="58888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0" name="矩形 19"/>
              <p:cNvSpPr/>
              <p:nvPr/>
            </p:nvSpPr>
            <p:spPr>
              <a:xfrm>
                <a:off x="3786152" y="342102"/>
                <a:ext cx="883320" cy="58888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defTabSz="39941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1600" dirty="0"/>
                  <a:t>Web</a:t>
                </a:r>
                <a:endParaRPr lang="zh-CN" altLang="en-US" sz="1600" dirty="0"/>
              </a:p>
            </p:txBody>
          </p:sp>
        </p:grpSp>
        <p:sp>
          <p:nvSpPr>
            <p:cNvPr id="21" name="椭圆 20"/>
            <p:cNvSpPr/>
            <p:nvPr/>
          </p:nvSpPr>
          <p:spPr>
            <a:xfrm>
              <a:off x="1302891" y="1835431"/>
              <a:ext cx="588880" cy="588880"/>
            </a:xfrm>
            <a:prstGeom prst="ellipse">
              <a:avLst/>
            </a:prstGeom>
            <a:blipFill rotWithShape="1">
              <a:blip r:embed="rId2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22" name="组合 21"/>
            <p:cNvGrpSpPr/>
            <p:nvPr/>
          </p:nvGrpSpPr>
          <p:grpSpPr>
            <a:xfrm>
              <a:off x="1888480" y="1838854"/>
              <a:ext cx="883320" cy="588880"/>
              <a:chOff x="1400363" y="1116480"/>
              <a:chExt cx="883320" cy="588880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1400363" y="1116480"/>
                <a:ext cx="883320" cy="58888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4" name="矩形 23"/>
              <p:cNvSpPr/>
              <p:nvPr/>
            </p:nvSpPr>
            <p:spPr>
              <a:xfrm>
                <a:off x="1400363" y="1116480"/>
                <a:ext cx="883320" cy="58888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defTabSz="39941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1600" dirty="0" err="1"/>
                  <a:t>scripts_lib</a:t>
                </a:r>
                <a:endParaRPr lang="zh-CN" altLang="en-US" sz="1600" dirty="0"/>
              </a:p>
            </p:txBody>
          </p:sp>
        </p:grpSp>
        <p:sp>
          <p:nvSpPr>
            <p:cNvPr id="25" name="椭圆 24"/>
            <p:cNvSpPr/>
            <p:nvPr/>
          </p:nvSpPr>
          <p:spPr>
            <a:xfrm>
              <a:off x="1302891" y="2609809"/>
              <a:ext cx="588880" cy="588880"/>
            </a:xfrm>
            <a:prstGeom prst="ellipse">
              <a:avLst/>
            </a:prstGeom>
            <a:blipFill rotWithShape="1">
              <a:blip r:embed="rId2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26" name="组合 25"/>
            <p:cNvGrpSpPr/>
            <p:nvPr/>
          </p:nvGrpSpPr>
          <p:grpSpPr>
            <a:xfrm>
              <a:off x="1891770" y="2608337"/>
              <a:ext cx="1017465" cy="588880"/>
              <a:chOff x="1400362" y="1890858"/>
              <a:chExt cx="1017465" cy="588880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1400363" y="1890858"/>
                <a:ext cx="883320" cy="58888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8" name="矩形 27"/>
              <p:cNvSpPr/>
              <p:nvPr/>
            </p:nvSpPr>
            <p:spPr>
              <a:xfrm>
                <a:off x="1400362" y="1890858"/>
                <a:ext cx="1017465" cy="58888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defTabSz="39941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1600" dirty="0"/>
                  <a:t>hisui-0.1.0</a:t>
                </a:r>
                <a:endParaRPr lang="zh-CN" altLang="en-US" sz="1600" dirty="0"/>
              </a:p>
            </p:txBody>
          </p:sp>
        </p:grpSp>
        <p:sp>
          <p:nvSpPr>
            <p:cNvPr id="29" name="椭圆 28"/>
            <p:cNvSpPr/>
            <p:nvPr/>
          </p:nvSpPr>
          <p:spPr>
            <a:xfrm>
              <a:off x="1302891" y="3384187"/>
              <a:ext cx="588880" cy="588880"/>
            </a:xfrm>
            <a:prstGeom prst="ellipse">
              <a:avLst/>
            </a:prstGeom>
            <a:blipFill rotWithShape="1">
              <a:blip r:embed="rId2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30" name="组合 29"/>
            <p:cNvGrpSpPr/>
            <p:nvPr/>
          </p:nvGrpSpPr>
          <p:grpSpPr>
            <a:xfrm>
              <a:off x="1891771" y="3382715"/>
              <a:ext cx="883320" cy="588880"/>
              <a:chOff x="1400363" y="2665236"/>
              <a:chExt cx="883320" cy="588880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1400363" y="2665236"/>
                <a:ext cx="883320" cy="58888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2" name="矩形 31"/>
              <p:cNvSpPr/>
              <p:nvPr/>
            </p:nvSpPr>
            <p:spPr>
              <a:xfrm>
                <a:off x="1400363" y="2665236"/>
                <a:ext cx="883320" cy="58888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defTabSz="39941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1600" dirty="0" err="1"/>
                  <a:t>dist</a:t>
                </a:r>
                <a:endParaRPr lang="zh-CN" altLang="en-US" sz="1600" dirty="0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082060" y="4157093"/>
              <a:ext cx="883320" cy="588880"/>
              <a:chOff x="590652" y="3439614"/>
              <a:chExt cx="883320" cy="588880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90652" y="3439614"/>
                <a:ext cx="883320" cy="58888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5" name="矩形 34"/>
              <p:cNvSpPr/>
              <p:nvPr/>
            </p:nvSpPr>
            <p:spPr>
              <a:xfrm>
                <a:off x="590652" y="3439614"/>
                <a:ext cx="883320" cy="58888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defTabSz="39941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1600" dirty="0" err="1"/>
                  <a:t>js</a:t>
                </a:r>
                <a:endParaRPr lang="zh-CN" altLang="en-US" sz="1600" dirty="0"/>
              </a:p>
            </p:txBody>
          </p:sp>
        </p:grpSp>
        <p:sp>
          <p:nvSpPr>
            <p:cNvPr id="36" name="椭圆 35"/>
            <p:cNvSpPr/>
            <p:nvPr/>
          </p:nvSpPr>
          <p:spPr>
            <a:xfrm>
              <a:off x="2112601" y="4158565"/>
              <a:ext cx="588880" cy="588880"/>
            </a:xfrm>
            <a:prstGeom prst="ellipse">
              <a:avLst/>
            </a:prstGeom>
            <a:blipFill rotWithShape="1">
              <a:blip r:embed="rId2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37" name="组合 36"/>
            <p:cNvGrpSpPr/>
            <p:nvPr/>
          </p:nvGrpSpPr>
          <p:grpSpPr>
            <a:xfrm>
              <a:off x="2701482" y="4157093"/>
              <a:ext cx="883320" cy="588880"/>
              <a:chOff x="2210074" y="3439614"/>
              <a:chExt cx="883320" cy="58888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2210074" y="3439614"/>
                <a:ext cx="883320" cy="58888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9" name="矩形 38"/>
              <p:cNvSpPr/>
              <p:nvPr/>
            </p:nvSpPr>
            <p:spPr>
              <a:xfrm>
                <a:off x="2210074" y="3439614"/>
                <a:ext cx="883320" cy="58888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defTabSz="39941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1600" dirty="0" err="1"/>
                  <a:t>css</a:t>
                </a:r>
                <a:endParaRPr lang="zh-CN" altLang="en-US" sz="1600" dirty="0"/>
              </a:p>
            </p:txBody>
          </p:sp>
        </p:grpSp>
        <p:sp>
          <p:nvSpPr>
            <p:cNvPr id="40" name="椭圆 39"/>
            <p:cNvSpPr/>
            <p:nvPr/>
          </p:nvSpPr>
          <p:spPr>
            <a:xfrm>
              <a:off x="3679549" y="1908015"/>
              <a:ext cx="503563" cy="443715"/>
            </a:xfrm>
            <a:prstGeom prst="ellipse">
              <a:avLst/>
            </a:prstGeom>
            <a:blipFill rotWithShape="1">
              <a:blip r:embed="rId3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41" name="组合 40"/>
            <p:cNvGrpSpPr/>
            <p:nvPr/>
          </p:nvGrpSpPr>
          <p:grpSpPr>
            <a:xfrm>
              <a:off x="4192736" y="1813963"/>
              <a:ext cx="883320" cy="588880"/>
              <a:chOff x="3734363" y="1116480"/>
              <a:chExt cx="883320" cy="588880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3734363" y="1116480"/>
                <a:ext cx="883320" cy="58888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43" name="矩形 42"/>
              <p:cNvSpPr/>
              <p:nvPr/>
            </p:nvSpPr>
            <p:spPr>
              <a:xfrm>
                <a:off x="3734363" y="1116480"/>
                <a:ext cx="883320" cy="58888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defTabSz="39941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1600" dirty="0"/>
                  <a:t>scripts</a:t>
                </a:r>
                <a:endParaRPr lang="zh-CN" altLang="en-US" sz="1600" dirty="0"/>
              </a:p>
            </p:txBody>
          </p:sp>
        </p:grpSp>
        <p:sp>
          <p:nvSpPr>
            <p:cNvPr id="44" name="椭圆 43"/>
            <p:cNvSpPr/>
            <p:nvPr/>
          </p:nvSpPr>
          <p:spPr>
            <a:xfrm>
              <a:off x="3671103" y="2619099"/>
              <a:ext cx="537347" cy="567356"/>
            </a:xfrm>
            <a:prstGeom prst="ellipse">
              <a:avLst/>
            </a:prstGeom>
            <a:blipFill rotWithShape="1">
              <a:blip r:embed="rId1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45" name="组合 44"/>
            <p:cNvGrpSpPr/>
            <p:nvPr/>
          </p:nvGrpSpPr>
          <p:grpSpPr>
            <a:xfrm>
              <a:off x="4234217" y="2606865"/>
              <a:ext cx="883320" cy="588880"/>
              <a:chOff x="3742809" y="1889386"/>
              <a:chExt cx="883320" cy="588880"/>
            </a:xfrm>
          </p:grpSpPr>
          <p:sp>
            <p:nvSpPr>
              <p:cNvPr id="46" name="矩形 45"/>
              <p:cNvSpPr/>
              <p:nvPr/>
            </p:nvSpPr>
            <p:spPr>
              <a:xfrm>
                <a:off x="3742809" y="1889386"/>
                <a:ext cx="883320" cy="58888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47" name="矩形 46"/>
              <p:cNvSpPr/>
              <p:nvPr/>
            </p:nvSpPr>
            <p:spPr>
              <a:xfrm>
                <a:off x="3742809" y="1889386"/>
                <a:ext cx="883320" cy="58888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defTabSz="39941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1600" dirty="0" err="1"/>
                  <a:t>hisui</a:t>
                </a:r>
                <a:endParaRPr lang="zh-CN" altLang="en-US" sz="1600" dirty="0"/>
              </a:p>
            </p:txBody>
          </p:sp>
        </p:grpSp>
        <p:sp>
          <p:nvSpPr>
            <p:cNvPr id="48" name="椭圆 47"/>
            <p:cNvSpPr/>
            <p:nvPr/>
          </p:nvSpPr>
          <p:spPr>
            <a:xfrm>
              <a:off x="2922312" y="3381243"/>
              <a:ext cx="588880" cy="588880"/>
            </a:xfrm>
            <a:prstGeom prst="ellipse">
              <a:avLst/>
            </a:prstGeom>
            <a:blipFill rotWithShape="1">
              <a:blip r:embed="rId4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49" name="组合 48"/>
            <p:cNvGrpSpPr/>
            <p:nvPr/>
          </p:nvGrpSpPr>
          <p:grpSpPr>
            <a:xfrm>
              <a:off x="2951670" y="3379771"/>
              <a:ext cx="1442843" cy="782216"/>
              <a:chOff x="2460262" y="2662292"/>
              <a:chExt cx="1442843" cy="782216"/>
            </a:xfrm>
          </p:grpSpPr>
          <p:sp>
            <p:nvSpPr>
              <p:cNvPr id="50" name="矩形 49"/>
              <p:cNvSpPr/>
              <p:nvPr/>
            </p:nvSpPr>
            <p:spPr>
              <a:xfrm>
                <a:off x="3019785" y="2662292"/>
                <a:ext cx="883320" cy="58888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51" name="矩形 50"/>
              <p:cNvSpPr/>
              <p:nvPr/>
            </p:nvSpPr>
            <p:spPr>
              <a:xfrm>
                <a:off x="2460262" y="2855628"/>
                <a:ext cx="1313717" cy="58888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defTabSz="39941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1600" dirty="0"/>
                  <a:t>DHCComp.js</a:t>
                </a:r>
                <a:endParaRPr lang="zh-CN" altLang="en-US" sz="1600" dirty="0"/>
              </a:p>
            </p:txBody>
          </p:sp>
        </p:grpSp>
        <p:sp>
          <p:nvSpPr>
            <p:cNvPr id="52" name="椭圆 51"/>
            <p:cNvSpPr/>
            <p:nvPr/>
          </p:nvSpPr>
          <p:spPr>
            <a:xfrm>
              <a:off x="4541734" y="3381243"/>
              <a:ext cx="588880" cy="588880"/>
            </a:xfrm>
            <a:prstGeom prst="ellipse">
              <a:avLst/>
            </a:prstGeom>
            <a:blipFill rotWithShape="1">
              <a:blip r:embed="rId5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" name="矩形 52"/>
            <p:cNvSpPr/>
            <p:nvPr/>
          </p:nvSpPr>
          <p:spPr>
            <a:xfrm>
              <a:off x="5278223" y="3379771"/>
              <a:ext cx="588106" cy="58888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4" name="椭圆 53"/>
            <p:cNvSpPr/>
            <p:nvPr/>
          </p:nvSpPr>
          <p:spPr>
            <a:xfrm>
              <a:off x="6074468" y="1835431"/>
              <a:ext cx="588880" cy="588880"/>
            </a:xfrm>
            <a:prstGeom prst="ellipse">
              <a:avLst/>
            </a:prstGeom>
            <a:blipFill rotWithShape="1">
              <a:blip r:embed="rId1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55" name="组合 54"/>
            <p:cNvGrpSpPr/>
            <p:nvPr/>
          </p:nvGrpSpPr>
          <p:grpSpPr>
            <a:xfrm>
              <a:off x="6663348" y="1833959"/>
              <a:ext cx="1126495" cy="588880"/>
              <a:chOff x="6171940" y="1116480"/>
              <a:chExt cx="1126495" cy="588880"/>
            </a:xfrm>
          </p:grpSpPr>
          <p:sp>
            <p:nvSpPr>
              <p:cNvPr id="56" name="矩形 55"/>
              <p:cNvSpPr/>
              <p:nvPr/>
            </p:nvSpPr>
            <p:spPr>
              <a:xfrm>
                <a:off x="6171941" y="1116480"/>
                <a:ext cx="883320" cy="58888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57" name="矩形 56"/>
              <p:cNvSpPr/>
              <p:nvPr/>
            </p:nvSpPr>
            <p:spPr>
              <a:xfrm>
                <a:off x="6171940" y="1116480"/>
                <a:ext cx="1126495" cy="58888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defTabSz="39941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1600" dirty="0" err="1"/>
                  <a:t>scripts_gen</a:t>
                </a:r>
                <a:endParaRPr lang="zh-CN" altLang="en-US" sz="1600" dirty="0"/>
              </a:p>
            </p:txBody>
          </p:sp>
        </p:grpSp>
        <p:sp>
          <p:nvSpPr>
            <p:cNvPr id="58" name="椭圆 57"/>
            <p:cNvSpPr/>
            <p:nvPr/>
          </p:nvSpPr>
          <p:spPr>
            <a:xfrm>
              <a:off x="5264758" y="2609809"/>
              <a:ext cx="588880" cy="588880"/>
            </a:xfrm>
            <a:prstGeom prst="ellipse">
              <a:avLst/>
            </a:prstGeom>
            <a:blipFill rotWithShape="1">
              <a:blip r:embed="rId1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59" name="组合 58"/>
            <p:cNvGrpSpPr/>
            <p:nvPr/>
          </p:nvGrpSpPr>
          <p:grpSpPr>
            <a:xfrm>
              <a:off x="5853638" y="2608337"/>
              <a:ext cx="883320" cy="588880"/>
              <a:chOff x="5362230" y="1890858"/>
              <a:chExt cx="883320" cy="588880"/>
            </a:xfrm>
          </p:grpSpPr>
          <p:sp>
            <p:nvSpPr>
              <p:cNvPr id="60" name="矩形 59"/>
              <p:cNvSpPr/>
              <p:nvPr/>
            </p:nvSpPr>
            <p:spPr>
              <a:xfrm>
                <a:off x="5362230" y="1890858"/>
                <a:ext cx="883320" cy="58888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61" name="矩形 60"/>
              <p:cNvSpPr/>
              <p:nvPr/>
            </p:nvSpPr>
            <p:spPr>
              <a:xfrm>
                <a:off x="5362230" y="1890858"/>
                <a:ext cx="883320" cy="58888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defTabSz="39941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1600" dirty="0"/>
                  <a:t>v7</a:t>
                </a:r>
                <a:endParaRPr lang="zh-CN" altLang="en-US" sz="1600" dirty="0"/>
              </a:p>
            </p:txBody>
          </p:sp>
        </p:grpSp>
        <p:sp>
          <p:nvSpPr>
            <p:cNvPr id="62" name="椭圆 61"/>
            <p:cNvSpPr/>
            <p:nvPr/>
          </p:nvSpPr>
          <p:spPr>
            <a:xfrm>
              <a:off x="6884179" y="2609809"/>
              <a:ext cx="588880" cy="588880"/>
            </a:xfrm>
            <a:prstGeom prst="ellipse">
              <a:avLst/>
            </a:prstGeom>
            <a:blipFill rotWithShape="1">
              <a:blip r:embed="rId1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63" name="组合 62"/>
            <p:cNvGrpSpPr/>
            <p:nvPr/>
          </p:nvGrpSpPr>
          <p:grpSpPr>
            <a:xfrm>
              <a:off x="7473060" y="2608337"/>
              <a:ext cx="883320" cy="588880"/>
              <a:chOff x="6981652" y="1890858"/>
              <a:chExt cx="883320" cy="588880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6981652" y="1890858"/>
                <a:ext cx="883320" cy="588880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65" name="矩形 64"/>
              <p:cNvSpPr/>
              <p:nvPr/>
            </p:nvSpPr>
            <p:spPr>
              <a:xfrm>
                <a:off x="6981652" y="1890858"/>
                <a:ext cx="883320" cy="58888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4290" tIns="34290" rIns="34290" bIns="34290" numCol="1" spcCol="1270" anchor="ctr" anchorCtr="0">
                <a:noAutofit/>
              </a:bodyPr>
              <a:lstStyle/>
              <a:p>
                <a:pPr defTabSz="39941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1600" dirty="0" err="1"/>
                  <a:t>hisui</a:t>
                </a:r>
                <a:endParaRPr lang="zh-CN" altLang="en-US" sz="1600" dirty="0"/>
              </a:p>
            </p:txBody>
          </p:sp>
        </p:grpSp>
        <p:sp>
          <p:nvSpPr>
            <p:cNvPr id="66" name="椭圆 65"/>
            <p:cNvSpPr/>
            <p:nvPr/>
          </p:nvSpPr>
          <p:spPr>
            <a:xfrm>
              <a:off x="6074468" y="3384187"/>
              <a:ext cx="588880" cy="588880"/>
            </a:xfrm>
            <a:prstGeom prst="ellipse">
              <a:avLst/>
            </a:prstGeom>
            <a:blipFill rotWithShape="1">
              <a:blip r:embed="rId4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9" name="矩形 68"/>
            <p:cNvSpPr/>
            <p:nvPr/>
          </p:nvSpPr>
          <p:spPr>
            <a:xfrm>
              <a:off x="6091843" y="3663272"/>
              <a:ext cx="1698000" cy="5888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defTabSz="39941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600" dirty="0"/>
                <a:t>DHCDocComp.js</a:t>
              </a:r>
              <a:endParaRPr lang="zh-CN" altLang="en-US" sz="1600" dirty="0"/>
            </a:p>
          </p:txBody>
        </p:sp>
        <p:sp>
          <p:nvSpPr>
            <p:cNvPr id="70" name="椭圆 69"/>
            <p:cNvSpPr/>
            <p:nvPr/>
          </p:nvSpPr>
          <p:spPr>
            <a:xfrm>
              <a:off x="7693890" y="3384187"/>
              <a:ext cx="588880" cy="588880"/>
            </a:xfrm>
            <a:prstGeom prst="ellipse">
              <a:avLst/>
            </a:prstGeom>
            <a:blipFill rotWithShape="1">
              <a:blip r:embed="rId4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1" name="椭圆 70"/>
            <p:cNvSpPr/>
            <p:nvPr/>
          </p:nvSpPr>
          <p:spPr>
            <a:xfrm>
              <a:off x="493180" y="4158565"/>
              <a:ext cx="588880" cy="588880"/>
            </a:xfrm>
            <a:prstGeom prst="ellipse">
              <a:avLst/>
            </a:prstGeom>
            <a:blipFill rotWithShape="1">
              <a:blip r:embed="rId2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2" name="直接连接符 15"/>
            <p:cNvSpPr/>
            <p:nvPr/>
          </p:nvSpPr>
          <p:spPr>
            <a:xfrm>
              <a:off x="3879660" y="2427734"/>
              <a:ext cx="91440" cy="18549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85497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18" y="1651887"/>
            <a:ext cx="9959338" cy="45722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2607949" y="1078817"/>
            <a:ext cx="4628182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：组件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配置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websys.default.csp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界面效果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982" y="1838925"/>
            <a:ext cx="9526744" cy="43228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2576775" y="1168059"/>
            <a:ext cx="5166791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：组件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配置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websys.default.hisui.csp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界面效果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第三节  </a:t>
            </a:r>
            <a:r>
              <a:rPr lang="en-US" altLang="zh-CN" dirty="0">
                <a:sym typeface="+mn-ea"/>
              </a:rPr>
              <a:t>HISUI</a:t>
            </a:r>
            <a:r>
              <a:rPr lang="zh-CN" altLang="en-US" dirty="0">
                <a:sym typeface="+mn-ea"/>
              </a:rPr>
              <a:t>技术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616" y="1844573"/>
            <a:ext cx="9708382" cy="43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2306611" y="1177987"/>
            <a:ext cx="7526411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/>
              <a:t>5</a:t>
            </a:r>
            <a:r>
              <a:rPr lang="zh-CN" altLang="en-US" dirty="0" smtClean="0"/>
              <a:t>：系统风格统一修改，通过代码查询到相应样式文件改界面系统风格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067694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1779662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课间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休息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5700125" y="1563638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48197" y="1419622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2196019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下午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第一节课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04187" y="139064"/>
            <a:ext cx="9332912" cy="52705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第四节  组件开发技术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0291" y="1278208"/>
            <a:ext cx="2140343" cy="13365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947" y="1278208"/>
            <a:ext cx="1356731" cy="13514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947" y="2697418"/>
            <a:ext cx="3557610" cy="13510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47" y="5173386"/>
            <a:ext cx="2423687" cy="14814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0979" y="4473153"/>
            <a:ext cx="2630578" cy="23536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6568" y="3271510"/>
            <a:ext cx="432048" cy="52397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16" name="组合 15"/>
          <p:cNvGrpSpPr/>
          <p:nvPr/>
        </p:nvGrpSpPr>
        <p:grpSpPr>
          <a:xfrm>
            <a:off x="981991" y="784524"/>
            <a:ext cx="6611574" cy="2501389"/>
            <a:chOff x="1502432" y="1722899"/>
            <a:chExt cx="6611574" cy="2501389"/>
          </a:xfrm>
        </p:grpSpPr>
        <p:sp>
          <p:nvSpPr>
            <p:cNvPr id="17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、环境配置</a:t>
              </a: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、数据库连接配置</a:t>
              </a: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3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、学习查看组件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4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、创建组件</a:t>
              </a: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5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、组件查询程序的调用和实现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608119" y="1756935"/>
              <a:ext cx="17524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组件开发技术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9" name="组合 73"/>
            <p:cNvGrpSpPr/>
            <p:nvPr/>
          </p:nvGrpSpPr>
          <p:grpSpPr bwMode="auto">
            <a:xfrm>
              <a:off x="1502432" y="1722899"/>
              <a:ext cx="1105687" cy="1052310"/>
              <a:chOff x="498342" y="103823"/>
              <a:chExt cx="1104763" cy="1051430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21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7072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学习要点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20" name="直接连接符 19"/>
            <p:cNvCxnSpPr/>
            <p:nvPr/>
          </p:nvCxnSpPr>
          <p:spPr>
            <a:xfrm>
              <a:off x="2671816" y="2225790"/>
              <a:ext cx="2628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本框 34"/>
          <p:cNvSpPr txBox="1">
            <a:spLocks noChangeArrowheads="1"/>
          </p:cNvSpPr>
          <p:nvPr/>
        </p:nvSpPr>
        <p:spPr bwMode="auto">
          <a:xfrm>
            <a:off x="1700433" y="3271510"/>
            <a:ext cx="33703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环境配置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——trakwebEdit3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215971" y="323458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69229" y="3691967"/>
            <a:ext cx="85245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发送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trakWeb3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到桌面快捷方式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：将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trakWebEdit3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压缩包中的文件放到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C:\Windows\SysWOW64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或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C:\Windows\System32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下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：注册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trakWebEdit3.dll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文件：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方法一：在开始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运行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regsvr32 trakWebEdit3.dll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方法二：打开方式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浏览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-regsvr32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打开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第四节  组件开发技术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868" y="1887591"/>
            <a:ext cx="2882554" cy="16321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575" y="4277914"/>
            <a:ext cx="2189956" cy="20572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077" y="4297245"/>
            <a:ext cx="2148800" cy="2018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792" y="4277914"/>
            <a:ext cx="3340944" cy="2037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文本框 34"/>
          <p:cNvSpPr txBox="1">
            <a:spLocks noChangeArrowheads="1"/>
          </p:cNvSpPr>
          <p:nvPr/>
        </p:nvSpPr>
        <p:spPr bwMode="auto">
          <a:xfrm>
            <a:off x="2025307" y="897040"/>
            <a:ext cx="33703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数据库连接配置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540845" y="86011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86231" y="1322279"/>
            <a:ext cx="522290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进入组件管理器，选择要连接的数据库，如下图所示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：选择连接的数据库后，点击进入，然后新建组件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第四节  组件开发技术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264" y="2078625"/>
            <a:ext cx="2928392" cy="35042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070" y="2078625"/>
            <a:ext cx="3538794" cy="35042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424" y="2078625"/>
            <a:ext cx="3568299" cy="35042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2540805" y="1518328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学会查看界面上组建名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167008" y="1407969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查看组件对应的元素</a:t>
            </a:r>
            <a:endParaRPr lang="zh-CN" altLang="en-US" dirty="0"/>
          </a:p>
        </p:txBody>
      </p:sp>
      <p:sp>
        <p:nvSpPr>
          <p:cNvPr id="12" name="文本框 34"/>
          <p:cNvSpPr txBox="1">
            <a:spLocks noChangeArrowheads="1"/>
          </p:cNvSpPr>
          <p:nvPr/>
        </p:nvSpPr>
        <p:spPr bwMode="auto">
          <a:xfrm>
            <a:off x="2025307" y="897040"/>
            <a:ext cx="33703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学习查看组件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示例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540845" y="86011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第四节  组件开发技术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688" y="1135961"/>
            <a:ext cx="9379157" cy="5088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9096" y="172492"/>
            <a:ext cx="9332912" cy="52705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第四节  组件开发技术</a:t>
            </a:r>
            <a:endParaRPr lang="zh-CN" altLang="en-US" dirty="0"/>
          </a:p>
        </p:txBody>
      </p:sp>
      <p:sp>
        <p:nvSpPr>
          <p:cNvPr id="3" name="标题 1"/>
          <p:cNvSpPr txBox="1"/>
          <p:nvPr/>
        </p:nvSpPr>
        <p:spPr>
          <a:xfrm>
            <a:off x="2137004" y="3088281"/>
            <a:ext cx="9698241" cy="3833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sz="1400" dirty="0" smtClean="0">
                <a:solidFill>
                  <a:srgbClr val="1F4E79"/>
                </a:solidFill>
              </a:rPr>
              <a:t>Component—New Component,</a:t>
            </a:r>
            <a:r>
              <a:rPr lang="zh-CN" altLang="en-US" sz="1400" dirty="0" smtClean="0">
                <a:solidFill>
                  <a:srgbClr val="1F4E79"/>
                </a:solidFill>
              </a:rPr>
              <a:t>提示</a:t>
            </a:r>
            <a:r>
              <a:rPr lang="en-US" sz="1400" dirty="0" smtClean="0">
                <a:solidFill>
                  <a:srgbClr val="1F4E79"/>
                </a:solidFill>
              </a:rPr>
              <a:t>Create a New Component?，</a:t>
            </a:r>
            <a:r>
              <a:rPr lang="zh-CN" altLang="en-US" sz="1400" dirty="0" smtClean="0">
                <a:solidFill>
                  <a:srgbClr val="1F4E79"/>
                </a:solidFill>
              </a:rPr>
              <a:t>选择”是”</a:t>
            </a:r>
            <a:r>
              <a:rPr lang="en-US" altLang="zh-CN" sz="1400" dirty="0" smtClean="0">
                <a:solidFill>
                  <a:srgbClr val="1F4E79"/>
                </a:solidFill>
              </a:rPr>
              <a:t>.</a:t>
            </a:r>
            <a:r>
              <a:rPr lang="zh-CN" altLang="en-US" sz="1400" dirty="0" smtClean="0">
                <a:solidFill>
                  <a:srgbClr val="1F4E79"/>
                </a:solidFill>
              </a:rPr>
              <a:t>系统会默认的创建组件的名称，选中名称，点击右键，进入</a:t>
            </a:r>
            <a:r>
              <a:rPr lang="en-US" sz="1400" dirty="0" smtClean="0">
                <a:solidFill>
                  <a:srgbClr val="1F4E79"/>
                </a:solidFill>
              </a:rPr>
              <a:t>Component Properties</a:t>
            </a:r>
            <a:endParaRPr lang="en-US" sz="1400" dirty="0" smtClean="0">
              <a:solidFill>
                <a:srgbClr val="1F4E79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1F4E79"/>
                </a:solidFill>
              </a:rPr>
              <a:t>修改组件的名称，同时把</a:t>
            </a:r>
            <a:r>
              <a:rPr lang="en-US" altLang="zh-CN" sz="1400" dirty="0">
                <a:solidFill>
                  <a:srgbClr val="1F4E79"/>
                </a:solidFill>
              </a:rPr>
              <a:t>Display Type</a:t>
            </a:r>
            <a:r>
              <a:rPr lang="zh-CN" altLang="en-US" sz="1400" dirty="0">
                <a:solidFill>
                  <a:srgbClr val="1F4E79"/>
                </a:solidFill>
              </a:rPr>
              <a:t>修改成</a:t>
            </a:r>
            <a:r>
              <a:rPr lang="en-US" altLang="zh-CN" sz="1400" dirty="0">
                <a:solidFill>
                  <a:srgbClr val="1F4E79"/>
                </a:solidFill>
              </a:rPr>
              <a:t>Custom,</a:t>
            </a:r>
            <a:r>
              <a:rPr lang="zh-CN" altLang="en-US" sz="1400" dirty="0">
                <a:solidFill>
                  <a:srgbClr val="1F4E79"/>
                </a:solidFill>
              </a:rPr>
              <a:t>点击</a:t>
            </a:r>
            <a:r>
              <a:rPr lang="en-US" altLang="zh-CN" sz="1400" dirty="0">
                <a:solidFill>
                  <a:srgbClr val="1F4E79"/>
                </a:solidFill>
              </a:rPr>
              <a:t>Apply</a:t>
            </a:r>
            <a:r>
              <a:rPr lang="zh-CN" altLang="en-US" sz="1400" dirty="0">
                <a:solidFill>
                  <a:srgbClr val="1F4E79"/>
                </a:solidFill>
              </a:rPr>
              <a:t>按钮</a:t>
            </a:r>
            <a:r>
              <a:rPr lang="en-US" altLang="zh-CN" sz="1400" dirty="0">
                <a:solidFill>
                  <a:srgbClr val="1F4E79"/>
                </a:solidFill>
              </a:rPr>
              <a:t>,</a:t>
            </a:r>
            <a:r>
              <a:rPr lang="zh-CN" altLang="en-US" sz="1400" dirty="0">
                <a:solidFill>
                  <a:srgbClr val="1F4E79"/>
                </a:solidFill>
              </a:rPr>
              <a:t>保存所做的改变</a:t>
            </a:r>
            <a:endParaRPr lang="zh-CN" altLang="en-US" sz="1400" dirty="0">
              <a:solidFill>
                <a:srgbClr val="1F4E79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rgbClr val="1F4E79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534" y="4273305"/>
            <a:ext cx="4204036" cy="2469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397" y="4202111"/>
            <a:ext cx="2785580" cy="24850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文本框 34"/>
          <p:cNvSpPr txBox="1">
            <a:spLocks noChangeArrowheads="1"/>
          </p:cNvSpPr>
          <p:nvPr/>
        </p:nvSpPr>
        <p:spPr bwMode="auto">
          <a:xfrm>
            <a:off x="2025307" y="892040"/>
            <a:ext cx="33703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创建组件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40845" y="86011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11102" y="913783"/>
            <a:ext cx="23903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步骤：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、创建组件名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、创建组件中的元素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、修改元素属性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、界面设计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、系统配置下挂菜单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724032" y="2680261"/>
            <a:ext cx="19960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1F4E79"/>
                </a:solidFill>
              </a:rPr>
              <a:t>1</a:t>
            </a:r>
            <a:r>
              <a:rPr lang="zh-CN" altLang="en-US" dirty="0">
                <a:solidFill>
                  <a:srgbClr val="1F4E79"/>
                </a:solidFill>
              </a:rPr>
              <a:t>、创建组件名</a:t>
            </a:r>
            <a:endParaRPr lang="en-US" altLang="zh-CN" dirty="0">
              <a:solidFill>
                <a:srgbClr val="1F4E7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第四节  组件开发技术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100" y="1081941"/>
            <a:ext cx="3163926" cy="13791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037" y="3423610"/>
            <a:ext cx="4069985" cy="32993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标题 1"/>
          <p:cNvSpPr txBox="1"/>
          <p:nvPr/>
        </p:nvSpPr>
        <p:spPr>
          <a:xfrm>
            <a:off x="1451204" y="1311596"/>
            <a:ext cx="6684877" cy="146277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rgbClr val="1F4E79"/>
                </a:solidFill>
              </a:rPr>
              <a:t>选中</a:t>
            </a:r>
            <a:r>
              <a:rPr lang="zh-CN" altLang="en-US" sz="1400" dirty="0">
                <a:solidFill>
                  <a:srgbClr val="1F4E79"/>
                </a:solidFill>
              </a:rPr>
              <a:t>组件名称，点击右键，进入</a:t>
            </a:r>
            <a:r>
              <a:rPr lang="en-US" altLang="zh-CN" sz="1400" dirty="0">
                <a:solidFill>
                  <a:srgbClr val="1F4E79"/>
                </a:solidFill>
              </a:rPr>
              <a:t>Add Item(s) to </a:t>
            </a:r>
            <a:r>
              <a:rPr lang="en-US" altLang="zh-CN" sz="1400" dirty="0" smtClean="0">
                <a:solidFill>
                  <a:srgbClr val="1F4E79"/>
                </a:solidFill>
              </a:rPr>
              <a:t>Component</a:t>
            </a:r>
            <a:r>
              <a:rPr lang="zh-CN" altLang="en-US" sz="1400" dirty="0" smtClean="0">
                <a:solidFill>
                  <a:srgbClr val="1F4E79"/>
                </a:solidFill>
              </a:rPr>
              <a:t>：</a:t>
            </a:r>
            <a:br>
              <a:rPr lang="en-US" altLang="zh-CN" sz="1400" dirty="0">
                <a:solidFill>
                  <a:srgbClr val="1F4E79"/>
                </a:solidFill>
              </a:rPr>
            </a:br>
            <a:r>
              <a:rPr lang="en-US" altLang="zh-CN" sz="1400" dirty="0">
                <a:solidFill>
                  <a:srgbClr val="1F4E79"/>
                </a:solidFill>
              </a:rPr>
              <a:t> </a:t>
            </a:r>
            <a:r>
              <a:rPr lang="en-US" altLang="zh-CN" sz="1400" dirty="0" smtClean="0">
                <a:solidFill>
                  <a:srgbClr val="1F4E79"/>
                </a:solidFill>
              </a:rPr>
              <a:t>Custom </a:t>
            </a:r>
            <a:r>
              <a:rPr lang="en-US" altLang="zh-CN" sz="1400" dirty="0">
                <a:solidFill>
                  <a:srgbClr val="1F4E79"/>
                </a:solidFill>
              </a:rPr>
              <a:t>Item</a:t>
            </a:r>
            <a:r>
              <a:rPr lang="zh-CN" altLang="en-US" sz="1400" dirty="0">
                <a:solidFill>
                  <a:srgbClr val="1F4E79"/>
                </a:solidFill>
              </a:rPr>
              <a:t>：组件上的单个元素   ；</a:t>
            </a:r>
            <a:br>
              <a:rPr lang="en-US" altLang="zh-CN" sz="1400" dirty="0">
                <a:solidFill>
                  <a:srgbClr val="1F4E79"/>
                </a:solidFill>
              </a:rPr>
            </a:br>
            <a:r>
              <a:rPr lang="en-US" altLang="zh-CN" sz="1400" dirty="0">
                <a:solidFill>
                  <a:srgbClr val="1F4E79"/>
                </a:solidFill>
              </a:rPr>
              <a:t> </a:t>
            </a:r>
            <a:r>
              <a:rPr lang="en-US" altLang="zh-CN" sz="1400" dirty="0" smtClean="0">
                <a:solidFill>
                  <a:srgbClr val="1F4E79"/>
                </a:solidFill>
              </a:rPr>
              <a:t>Custom </a:t>
            </a:r>
            <a:r>
              <a:rPr lang="en-US" altLang="zh-CN" sz="1400" dirty="0">
                <a:solidFill>
                  <a:srgbClr val="1F4E79"/>
                </a:solidFill>
              </a:rPr>
              <a:t>Table Item</a:t>
            </a:r>
            <a:r>
              <a:rPr lang="zh-CN" altLang="en-US" sz="1400" dirty="0">
                <a:solidFill>
                  <a:srgbClr val="1F4E79"/>
                </a:solidFill>
              </a:rPr>
              <a:t>：以列表的形式显示的元素；</a:t>
            </a:r>
            <a:br>
              <a:rPr lang="en-US" altLang="zh-CN" sz="1400" dirty="0">
                <a:solidFill>
                  <a:srgbClr val="1F4E79"/>
                </a:solidFill>
              </a:rPr>
            </a:br>
            <a:r>
              <a:rPr lang="en-US" altLang="zh-CN" sz="1400" dirty="0" smtClean="0">
                <a:solidFill>
                  <a:srgbClr val="1F4E79"/>
                </a:solidFill>
              </a:rPr>
              <a:t> </a:t>
            </a:r>
            <a:r>
              <a:rPr lang="zh-CN" altLang="en-US" sz="1400" dirty="0" smtClean="0">
                <a:solidFill>
                  <a:srgbClr val="1F4E79"/>
                </a:solidFill>
              </a:rPr>
              <a:t>根据</a:t>
            </a:r>
            <a:r>
              <a:rPr lang="zh-CN" altLang="en-US" sz="1400" dirty="0">
                <a:solidFill>
                  <a:srgbClr val="1F4E79"/>
                </a:solidFill>
              </a:rPr>
              <a:t>实际需求选择要创建的元素类型对于要创建的元素打勾，</a:t>
            </a:r>
            <a:r>
              <a:rPr lang="en-US" altLang="zh-CN" sz="1400" dirty="0">
                <a:solidFill>
                  <a:srgbClr val="1F4E79"/>
                </a:solidFill>
              </a:rPr>
              <a:t>File—Apply</a:t>
            </a:r>
            <a:r>
              <a:rPr lang="zh-CN" altLang="en-US" sz="1400" dirty="0" smtClean="0">
                <a:solidFill>
                  <a:srgbClr val="1F4E79"/>
                </a:solidFill>
              </a:rPr>
              <a:t>。</a:t>
            </a:r>
            <a:endParaRPr lang="zh-CN" altLang="en-US" sz="1400" dirty="0">
              <a:solidFill>
                <a:srgbClr val="1F4E79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400" dirty="0">
              <a:solidFill>
                <a:srgbClr val="1F4E79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38232" y="903576"/>
            <a:ext cx="2678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1F4E79"/>
                </a:solidFill>
              </a:rPr>
              <a:t>2</a:t>
            </a:r>
            <a:r>
              <a:rPr lang="zh-CN" altLang="en-US" dirty="0" smtClean="0">
                <a:solidFill>
                  <a:srgbClr val="1F4E79"/>
                </a:solidFill>
              </a:rPr>
              <a:t>、</a:t>
            </a:r>
            <a:r>
              <a:rPr lang="zh-CN" altLang="en-US" dirty="0">
                <a:solidFill>
                  <a:srgbClr val="1F4E79"/>
                </a:solidFill>
              </a:rPr>
              <a:t>创建</a:t>
            </a:r>
            <a:r>
              <a:rPr lang="zh-CN" altLang="en-US" dirty="0" smtClean="0">
                <a:solidFill>
                  <a:srgbClr val="1F4E79"/>
                </a:solidFill>
              </a:rPr>
              <a:t>组件上的元素</a:t>
            </a:r>
            <a:endParaRPr lang="en-US" altLang="zh-CN" dirty="0">
              <a:solidFill>
                <a:srgbClr val="1F4E79"/>
              </a:solidFill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451204" y="3449341"/>
            <a:ext cx="7017387" cy="146277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rgbClr val="1F4E79"/>
                </a:solidFill>
              </a:rPr>
              <a:t>选中</a:t>
            </a:r>
            <a:r>
              <a:rPr lang="zh-CN" altLang="en-US" sz="1400" dirty="0">
                <a:solidFill>
                  <a:srgbClr val="1F4E79"/>
                </a:solidFill>
              </a:rPr>
              <a:t>元素，右键 </a:t>
            </a:r>
            <a:r>
              <a:rPr lang="en-US" altLang="zh-CN" sz="1400" dirty="0">
                <a:solidFill>
                  <a:srgbClr val="1F4E79"/>
                </a:solidFill>
              </a:rPr>
              <a:t>Item Properties (</a:t>
            </a:r>
            <a:r>
              <a:rPr lang="zh-CN" altLang="en-US" sz="1400" dirty="0">
                <a:solidFill>
                  <a:srgbClr val="1F4E79"/>
                </a:solidFill>
              </a:rPr>
              <a:t>或双击</a:t>
            </a:r>
            <a:r>
              <a:rPr lang="en-US" altLang="zh-CN" sz="1400" dirty="0">
                <a:solidFill>
                  <a:srgbClr val="1F4E79"/>
                </a:solidFill>
              </a:rPr>
              <a:t>)</a:t>
            </a:r>
            <a:r>
              <a:rPr lang="zh-CN" altLang="en-US" sz="1400" dirty="0" smtClean="0">
                <a:solidFill>
                  <a:srgbClr val="1F4E79"/>
                </a:solidFill>
              </a:rPr>
              <a:t>。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rgbClr val="1F4E79"/>
                </a:solidFill>
              </a:rPr>
              <a:t>    </a:t>
            </a:r>
            <a:r>
              <a:rPr lang="en-US" altLang="zh-CN" sz="1400" dirty="0" smtClean="0">
                <a:solidFill>
                  <a:srgbClr val="1F4E79"/>
                </a:solidFill>
              </a:rPr>
              <a:t> Name</a:t>
            </a:r>
            <a:r>
              <a:rPr lang="en-US" altLang="zh-CN" sz="1400" dirty="0">
                <a:solidFill>
                  <a:srgbClr val="1F4E79"/>
                </a:solidFill>
              </a:rPr>
              <a:t>：</a:t>
            </a:r>
            <a:r>
              <a:rPr lang="zh-CN" altLang="en-US" sz="1400" dirty="0">
                <a:solidFill>
                  <a:srgbClr val="1F4E79"/>
                </a:solidFill>
              </a:rPr>
              <a:t>元素名称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rgbClr val="1F4E79"/>
                </a:solidFill>
              </a:rPr>
              <a:t>   </a:t>
            </a:r>
            <a:r>
              <a:rPr lang="en-US" altLang="zh-CN" sz="1400" dirty="0" smtClean="0">
                <a:solidFill>
                  <a:srgbClr val="1F4E79"/>
                </a:solidFill>
              </a:rPr>
              <a:t>  </a:t>
            </a:r>
            <a:r>
              <a:rPr lang="en-US" altLang="zh-CN" sz="1400" dirty="0">
                <a:solidFill>
                  <a:srgbClr val="1F4E79"/>
                </a:solidFill>
              </a:rPr>
              <a:t>Caption：</a:t>
            </a:r>
            <a:r>
              <a:rPr lang="zh-CN" altLang="en-US" sz="1400" dirty="0">
                <a:solidFill>
                  <a:srgbClr val="1F4E79"/>
                </a:solidFill>
              </a:rPr>
              <a:t>界面上显示的名称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rgbClr val="1F4E79"/>
                </a:solidFill>
              </a:rPr>
              <a:t>   </a:t>
            </a:r>
            <a:r>
              <a:rPr lang="en-US" altLang="zh-CN" sz="1400" dirty="0" smtClean="0">
                <a:solidFill>
                  <a:srgbClr val="1F4E79"/>
                </a:solidFill>
              </a:rPr>
              <a:t>  </a:t>
            </a:r>
            <a:r>
              <a:rPr lang="en-US" altLang="zh-CN" sz="1400" dirty="0">
                <a:solidFill>
                  <a:srgbClr val="1F4E79"/>
                </a:solidFill>
              </a:rPr>
              <a:t>Display </a:t>
            </a:r>
            <a:r>
              <a:rPr lang="en-US" altLang="zh-CN" sz="1400" dirty="0" err="1">
                <a:solidFill>
                  <a:srgbClr val="1F4E79"/>
                </a:solidFill>
              </a:rPr>
              <a:t>Type：TEXTBOX,LISTBOX,CHECKBOX,LINK,BUTTON</a:t>
            </a:r>
            <a:r>
              <a:rPr lang="zh-CN" altLang="en-US" sz="1400" dirty="0">
                <a:solidFill>
                  <a:srgbClr val="1F4E79"/>
                </a:solidFill>
              </a:rPr>
              <a:t>等</a:t>
            </a:r>
            <a:br>
              <a:rPr lang="zh-CN" altLang="en-US" sz="1400" dirty="0">
                <a:solidFill>
                  <a:srgbClr val="1F4E79"/>
                </a:solidFill>
              </a:rPr>
            </a:br>
            <a:r>
              <a:rPr lang="zh-CN" altLang="en-US" sz="1400" dirty="0">
                <a:solidFill>
                  <a:srgbClr val="1F4E79"/>
                </a:solidFill>
              </a:rPr>
              <a:t>   </a:t>
            </a:r>
            <a:r>
              <a:rPr lang="zh-CN" altLang="en-US" sz="1400" dirty="0" smtClean="0">
                <a:solidFill>
                  <a:srgbClr val="1F4E79"/>
                </a:solidFill>
              </a:rPr>
              <a:t>  </a:t>
            </a:r>
            <a:r>
              <a:rPr lang="en-US" altLang="zh-CN" sz="1400" dirty="0" smtClean="0">
                <a:solidFill>
                  <a:srgbClr val="1F4E79"/>
                </a:solidFill>
              </a:rPr>
              <a:t>Data </a:t>
            </a:r>
            <a:r>
              <a:rPr lang="en-US" altLang="zh-CN" sz="1400" dirty="0">
                <a:solidFill>
                  <a:srgbClr val="1F4E79"/>
                </a:solidFill>
              </a:rPr>
              <a:t>Type</a:t>
            </a:r>
            <a:r>
              <a:rPr lang="zh-CN" altLang="en-US" sz="1400" dirty="0">
                <a:solidFill>
                  <a:srgbClr val="1F4E79"/>
                </a:solidFill>
              </a:rPr>
              <a:t>：元素显示的数据类型，如日期，字符串等</a:t>
            </a:r>
            <a:endParaRPr lang="zh-CN" altLang="en-US" sz="1400" dirty="0">
              <a:solidFill>
                <a:srgbClr val="1F4E79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38232" y="3041321"/>
            <a:ext cx="2242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1F4E79"/>
                </a:solidFill>
              </a:rPr>
              <a:t>3</a:t>
            </a:r>
            <a:r>
              <a:rPr lang="zh-CN" altLang="en-US" dirty="0" smtClean="0">
                <a:solidFill>
                  <a:srgbClr val="1F4E79"/>
                </a:solidFill>
              </a:rPr>
              <a:t>、修改元素属性</a:t>
            </a:r>
            <a:endParaRPr lang="en-US" altLang="zh-CN" dirty="0">
              <a:solidFill>
                <a:srgbClr val="1F4E7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第四节  组件开发技术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2699" y="2185545"/>
            <a:ext cx="2808312" cy="25202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331" y="2185545"/>
            <a:ext cx="2838164" cy="25470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815" y="2185545"/>
            <a:ext cx="2808306" cy="252027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139" y="4879001"/>
            <a:ext cx="4849765" cy="1761275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>
          <a:xfrm>
            <a:off x="1527867" y="1405504"/>
            <a:ext cx="7017387" cy="4752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rgbClr val="1F4E79"/>
                </a:solidFill>
              </a:rPr>
              <a:t> </a:t>
            </a:r>
            <a:r>
              <a:rPr lang="zh-CN" altLang="en-US" sz="1600" dirty="0">
                <a:solidFill>
                  <a:srgbClr val="1F4E79"/>
                </a:solidFill>
              </a:rPr>
              <a:t>s val=rs.GetDataByName("EpisodeNo")</a:t>
            </a:r>
            <a:endParaRPr lang="zh-CN" altLang="en-US" sz="1600" dirty="0">
              <a:solidFill>
                <a:srgbClr val="1F4E79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95449" y="1036172"/>
            <a:ext cx="1396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 smtClean="0">
                <a:solidFill>
                  <a:srgbClr val="1F4E79"/>
                </a:solidFill>
              </a:rPr>
              <a:t>其他属性</a:t>
            </a:r>
            <a:endParaRPr lang="en-US" altLang="zh-CN" dirty="0">
              <a:solidFill>
                <a:srgbClr val="1F4E7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第四节  组件开发技术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6905" y="3743440"/>
            <a:ext cx="2691014" cy="32523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398" y="4187533"/>
            <a:ext cx="5510811" cy="19065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>
          <a:xfrm>
            <a:off x="2215764" y="2762738"/>
            <a:ext cx="96717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F4E79"/>
                </a:solidFill>
              </a:rPr>
              <a:t>连接组件：适用于界面只调用一个组建名时</a:t>
            </a:r>
            <a:endParaRPr lang="en-US" altLang="zh-CN" sz="1600" dirty="0">
              <a:solidFill>
                <a:srgbClr val="1F4E79"/>
              </a:solidFill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F4E79"/>
                </a:solidFill>
              </a:rPr>
              <a:t>连接CSP或界面：适用于界面展示多个组建，通过CSP嵌入组建名</a:t>
            </a:r>
            <a:endParaRPr lang="en-US" altLang="zh-CN" sz="1600" dirty="0">
              <a:solidFill>
                <a:srgbClr val="1F4E79"/>
              </a:solidFill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F4E79"/>
                </a:solidFill>
              </a:rPr>
              <a:t>定义描述、代码、图标、连接组件、连接CSP、菜单显示顺序、新窗口打开、菜单组</a:t>
            </a:r>
            <a:endParaRPr lang="en-US" altLang="zh-CN" sz="1600" dirty="0">
              <a:solidFill>
                <a:srgbClr val="1F4E79"/>
              </a:solidFill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F4E79"/>
                </a:solidFill>
              </a:rPr>
              <a:t>其他定义：菜单显示顺序、新窗口打开、图表、JAVA函数等</a:t>
            </a:r>
            <a:endParaRPr lang="zh-CN" altLang="en-US" sz="1600" dirty="0">
              <a:solidFill>
                <a:srgbClr val="1F4E79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98158" y="1389565"/>
            <a:ext cx="17684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1F4E79"/>
                </a:solidFill>
              </a:rPr>
              <a:t>4</a:t>
            </a:r>
            <a:r>
              <a:rPr lang="zh-CN" altLang="en-US" dirty="0" smtClean="0">
                <a:solidFill>
                  <a:srgbClr val="1F4E79"/>
                </a:solidFill>
              </a:rPr>
              <a:t>、界面设计</a:t>
            </a:r>
            <a:endParaRPr lang="en-US" altLang="zh-CN" dirty="0">
              <a:solidFill>
                <a:srgbClr val="1F4E79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98158" y="3236313"/>
            <a:ext cx="2909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1F4E79"/>
                </a:solidFill>
              </a:rPr>
              <a:t>5</a:t>
            </a:r>
            <a:r>
              <a:rPr lang="zh-CN" altLang="en-US" dirty="0" smtClean="0">
                <a:solidFill>
                  <a:srgbClr val="1F4E79"/>
                </a:solidFill>
              </a:rPr>
              <a:t>、在系统配置下挂菜单</a:t>
            </a:r>
            <a:endParaRPr lang="en-US" altLang="zh-CN" dirty="0">
              <a:solidFill>
                <a:srgbClr val="1F4E79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725" y="869315"/>
            <a:ext cx="5295265" cy="2599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第四节  组件开发技术</a:t>
            </a:r>
            <a:endParaRPr lang="zh-CN" altLang="en-US" dirty="0"/>
          </a:p>
        </p:txBody>
      </p:sp>
      <p:sp>
        <p:nvSpPr>
          <p:cNvPr id="8" name="文本框 34"/>
          <p:cNvSpPr txBox="1">
            <a:spLocks noChangeArrowheads="1"/>
          </p:cNvSpPr>
          <p:nvPr/>
        </p:nvSpPr>
        <p:spPr bwMode="auto">
          <a:xfrm>
            <a:off x="2025307" y="892040"/>
            <a:ext cx="33703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界面实现</a:t>
            </a:r>
            <a:endParaRPr lang="zh-CN" altLang="en-US" sz="2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540845" y="86011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595" y="1730375"/>
            <a:ext cx="8512810" cy="3159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第四节  组件开发技术</a:t>
            </a:r>
            <a:endParaRPr lang="zh-CN" altLang="en-US" dirty="0"/>
          </a:p>
        </p:txBody>
      </p:sp>
      <p:sp>
        <p:nvSpPr>
          <p:cNvPr id="9" name="文本框 34"/>
          <p:cNvSpPr txBox="1">
            <a:spLocks noChangeArrowheads="1"/>
          </p:cNvSpPr>
          <p:nvPr/>
        </p:nvSpPr>
        <p:spPr bwMode="auto">
          <a:xfrm>
            <a:off x="2025307" y="892040"/>
            <a:ext cx="33703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组件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查询程序的调用和</a:t>
            </a: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实现</a:t>
            </a:r>
            <a:endParaRPr lang="zh-CN" altLang="en-US" sz="2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540845" y="86011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1532" y="1292150"/>
            <a:ext cx="6776242" cy="2647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400" dirty="0" smtClean="0">
                <a:solidFill>
                  <a:srgbClr val="1F4E79"/>
                </a:solidFill>
              </a:rPr>
              <a:t>%</a:t>
            </a:r>
            <a:r>
              <a:rPr lang="en-US" altLang="zh-CN" sz="1400" dirty="0">
                <a:solidFill>
                  <a:srgbClr val="1F4E79"/>
                </a:solidFill>
              </a:rPr>
              <a:t>Query</a:t>
            </a:r>
            <a:r>
              <a:rPr lang="zh-CN" altLang="en-US" sz="1400" dirty="0">
                <a:solidFill>
                  <a:srgbClr val="1F4E79"/>
                </a:solidFill>
              </a:rPr>
              <a:t>包含下面四个部分 </a:t>
            </a:r>
            <a:r>
              <a:rPr lang="en-US" altLang="zh-CN" sz="1400" dirty="0">
                <a:solidFill>
                  <a:srgbClr val="1F4E79"/>
                </a:solidFill>
              </a:rPr>
              <a:t>(</a:t>
            </a:r>
            <a:r>
              <a:rPr lang="zh-CN" altLang="en-US" sz="1400" dirty="0">
                <a:solidFill>
                  <a:srgbClr val="1F4E79"/>
                </a:solidFill>
              </a:rPr>
              <a:t>回顾</a:t>
            </a:r>
            <a:r>
              <a:rPr lang="en-US" altLang="zh-CN" sz="1400" dirty="0">
                <a:solidFill>
                  <a:srgbClr val="1F4E79"/>
                </a:solidFill>
              </a:rPr>
              <a:t>query</a:t>
            </a:r>
            <a:r>
              <a:rPr lang="zh-CN" altLang="en-US" sz="1400" dirty="0">
                <a:solidFill>
                  <a:srgbClr val="1F4E79"/>
                </a:solidFill>
              </a:rPr>
              <a:t>知识点</a:t>
            </a:r>
            <a:r>
              <a:rPr lang="en-US" altLang="zh-CN" sz="1400" dirty="0">
                <a:solidFill>
                  <a:srgbClr val="1F4E79"/>
                </a:solidFill>
              </a:rPr>
              <a:t>)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 marL="257175" lvl="1" indent="-257175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 smtClean="0">
                <a:solidFill>
                  <a:srgbClr val="1F4E79"/>
                </a:solidFill>
              </a:rPr>
              <a:t>     1</a:t>
            </a:r>
            <a:r>
              <a:rPr lang="zh-CN" altLang="en-US" sz="1400" dirty="0">
                <a:solidFill>
                  <a:srgbClr val="1F4E79"/>
                </a:solidFill>
              </a:rPr>
              <a:t>）、</a:t>
            </a:r>
            <a:r>
              <a:rPr lang="en-US" altLang="zh-CN" sz="1400" dirty="0">
                <a:solidFill>
                  <a:srgbClr val="1F4E79"/>
                </a:solidFill>
              </a:rPr>
              <a:t>Query </a:t>
            </a:r>
            <a:r>
              <a:rPr lang="en-US" altLang="zh-CN" sz="1400" dirty="0" err="1">
                <a:solidFill>
                  <a:srgbClr val="1F4E79"/>
                </a:solidFill>
              </a:rPr>
              <a:t>queryname</a:t>
            </a:r>
            <a:r>
              <a:rPr lang="zh-CN" altLang="en-US" sz="1400" dirty="0">
                <a:solidFill>
                  <a:srgbClr val="1F4E79"/>
                </a:solidFill>
              </a:rPr>
              <a:t>：</a:t>
            </a:r>
            <a:r>
              <a:rPr lang="en-US" altLang="zh-CN" sz="1400" dirty="0">
                <a:solidFill>
                  <a:srgbClr val="1F4E79"/>
                </a:solidFill>
              </a:rPr>
              <a:t>  </a:t>
            </a:r>
            <a:endParaRPr lang="zh-CN" altLang="en-US" sz="1400" dirty="0">
              <a:solidFill>
                <a:srgbClr val="1F4E79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1F4E79"/>
                </a:solidFill>
              </a:rPr>
              <a:t>         </a:t>
            </a:r>
            <a:r>
              <a:rPr lang="en-US" altLang="zh-CN" sz="1400" dirty="0" smtClean="0">
                <a:solidFill>
                  <a:srgbClr val="1F4E79"/>
                </a:solidFill>
              </a:rPr>
              <a:t>     </a:t>
            </a:r>
            <a:r>
              <a:rPr lang="zh-CN" altLang="en-US" sz="1400" dirty="0">
                <a:solidFill>
                  <a:srgbClr val="1F4E79"/>
                </a:solidFill>
              </a:rPr>
              <a:t>指定</a:t>
            </a:r>
            <a:r>
              <a:rPr lang="en-US" altLang="zh-CN" sz="1400" dirty="0">
                <a:solidFill>
                  <a:srgbClr val="1F4E79"/>
                </a:solidFill>
              </a:rPr>
              <a:t>Query</a:t>
            </a:r>
            <a:r>
              <a:rPr lang="zh-CN" altLang="en-US" sz="1400" dirty="0">
                <a:solidFill>
                  <a:srgbClr val="1F4E79"/>
                </a:solidFill>
              </a:rPr>
              <a:t>类型和相关参数（入参、</a:t>
            </a:r>
            <a:r>
              <a:rPr lang="en-US" altLang="zh-CN" sz="1400" dirty="0">
                <a:solidFill>
                  <a:srgbClr val="1F4E79"/>
                </a:solidFill>
              </a:rPr>
              <a:t>ROWSPEC</a:t>
            </a:r>
            <a:r>
              <a:rPr lang="zh-CN" altLang="en-US" sz="1400" dirty="0">
                <a:solidFill>
                  <a:srgbClr val="1F4E79"/>
                </a:solidFill>
              </a:rPr>
              <a:t>和</a:t>
            </a:r>
            <a:r>
              <a:rPr lang="en-US" altLang="zh-CN" sz="1400" dirty="0">
                <a:solidFill>
                  <a:srgbClr val="1F4E79"/>
                </a:solidFill>
              </a:rPr>
              <a:t>CONTAINID </a:t>
            </a:r>
            <a:r>
              <a:rPr lang="zh-CN" altLang="en-US" sz="1400" dirty="0">
                <a:solidFill>
                  <a:srgbClr val="1F4E79"/>
                </a:solidFill>
              </a:rPr>
              <a:t>）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 marL="257175" lvl="1" indent="-257175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 smtClean="0">
                <a:solidFill>
                  <a:srgbClr val="1F4E79"/>
                </a:solidFill>
              </a:rPr>
              <a:t>     2</a:t>
            </a:r>
            <a:r>
              <a:rPr lang="zh-CN" altLang="en-US" sz="1400" dirty="0">
                <a:solidFill>
                  <a:srgbClr val="1F4E79"/>
                </a:solidFill>
              </a:rPr>
              <a:t>）、</a:t>
            </a:r>
            <a:r>
              <a:rPr lang="en-US" altLang="zh-CN" sz="1400" dirty="0">
                <a:solidFill>
                  <a:srgbClr val="1F4E79"/>
                </a:solidFill>
              </a:rPr>
              <a:t> </a:t>
            </a:r>
            <a:r>
              <a:rPr lang="en-US" altLang="zh-CN" sz="1400" dirty="0" err="1">
                <a:solidFill>
                  <a:srgbClr val="1F4E79"/>
                </a:solidFill>
              </a:rPr>
              <a:t>ClassMethod</a:t>
            </a:r>
            <a:r>
              <a:rPr lang="en-US" altLang="zh-CN" sz="1400" dirty="0">
                <a:solidFill>
                  <a:srgbClr val="1F4E79"/>
                </a:solidFill>
              </a:rPr>
              <a:t> </a:t>
            </a:r>
            <a:r>
              <a:rPr lang="en-US" altLang="zh-CN" sz="1400" dirty="0" err="1">
                <a:solidFill>
                  <a:srgbClr val="1F4E79"/>
                </a:solidFill>
              </a:rPr>
              <a:t>querynameExecute</a:t>
            </a:r>
            <a:r>
              <a:rPr lang="en-US" altLang="zh-CN" sz="1400" dirty="0">
                <a:solidFill>
                  <a:srgbClr val="1F4E79"/>
                </a:solidFill>
              </a:rPr>
              <a:t>: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 marL="257175" lvl="1" indent="-257175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rgbClr val="1F4E79"/>
                </a:solidFill>
              </a:rPr>
              <a:t>          </a:t>
            </a:r>
            <a:r>
              <a:rPr lang="zh-CN" altLang="en-US" sz="1400" dirty="0" smtClean="0">
                <a:solidFill>
                  <a:srgbClr val="1F4E79"/>
                </a:solidFill>
              </a:rPr>
              <a:t>     此</a:t>
            </a:r>
            <a:r>
              <a:rPr lang="zh-CN" altLang="en-US" sz="1400" dirty="0">
                <a:solidFill>
                  <a:srgbClr val="1F4E79"/>
                </a:solidFill>
              </a:rPr>
              <a:t>方法将调用查询。检索查询并为后续的遍历方法准备数据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 marL="257175" lvl="1" indent="-257175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 smtClean="0">
                <a:solidFill>
                  <a:srgbClr val="1F4E79"/>
                </a:solidFill>
              </a:rPr>
              <a:t>     3</a:t>
            </a:r>
            <a:r>
              <a:rPr lang="zh-CN" altLang="en-US" sz="1400" dirty="0">
                <a:solidFill>
                  <a:srgbClr val="1F4E79"/>
                </a:solidFill>
              </a:rPr>
              <a:t>）、</a:t>
            </a:r>
            <a:r>
              <a:rPr lang="en-US" altLang="zh-CN" sz="1400" dirty="0" err="1">
                <a:solidFill>
                  <a:srgbClr val="1F4E79"/>
                </a:solidFill>
              </a:rPr>
              <a:t>ClassMethod</a:t>
            </a:r>
            <a:r>
              <a:rPr lang="en-US" altLang="zh-CN" sz="1400" dirty="0">
                <a:solidFill>
                  <a:srgbClr val="1F4E79"/>
                </a:solidFill>
              </a:rPr>
              <a:t> </a:t>
            </a:r>
            <a:r>
              <a:rPr lang="en-US" altLang="zh-CN" sz="1400" dirty="0" err="1">
                <a:solidFill>
                  <a:srgbClr val="1F4E79"/>
                </a:solidFill>
              </a:rPr>
              <a:t>querynameFetch</a:t>
            </a:r>
            <a:r>
              <a:rPr lang="en-US" altLang="zh-CN" sz="1400" dirty="0">
                <a:solidFill>
                  <a:srgbClr val="1F4E79"/>
                </a:solidFill>
              </a:rPr>
              <a:t>:</a:t>
            </a:r>
            <a:endParaRPr lang="zh-CN" altLang="en-US" sz="1400" dirty="0">
              <a:solidFill>
                <a:srgbClr val="1F4E79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1F4E79"/>
                </a:solidFill>
              </a:rPr>
              <a:t>         </a:t>
            </a:r>
            <a:r>
              <a:rPr lang="en-US" altLang="zh-CN" sz="1400" dirty="0" smtClean="0">
                <a:solidFill>
                  <a:srgbClr val="1F4E79"/>
                </a:solidFill>
              </a:rPr>
              <a:t>      </a:t>
            </a:r>
            <a:r>
              <a:rPr lang="zh-CN" altLang="en-US" sz="1400" dirty="0" smtClean="0">
                <a:solidFill>
                  <a:srgbClr val="1F4E79"/>
                </a:solidFill>
              </a:rPr>
              <a:t>调用</a:t>
            </a:r>
            <a:r>
              <a:rPr lang="zh-CN" altLang="en-US" sz="1400" dirty="0">
                <a:solidFill>
                  <a:srgbClr val="1F4E79"/>
                </a:solidFill>
              </a:rPr>
              <a:t>此方法返回一个结果集的行，每个后续调用返回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 smtClean="0">
                <a:solidFill>
                  <a:srgbClr val="1F4E79"/>
                </a:solidFill>
              </a:rPr>
              <a:t>     4</a:t>
            </a:r>
            <a:r>
              <a:rPr lang="zh-CN" altLang="en-US" sz="1400" dirty="0">
                <a:solidFill>
                  <a:srgbClr val="1F4E79"/>
                </a:solidFill>
              </a:rPr>
              <a:t>）、</a:t>
            </a:r>
            <a:r>
              <a:rPr lang="en-US" altLang="zh-CN" sz="1400" dirty="0" err="1">
                <a:solidFill>
                  <a:srgbClr val="1F4E79"/>
                </a:solidFill>
              </a:rPr>
              <a:t>ClassMethod</a:t>
            </a:r>
            <a:r>
              <a:rPr lang="en-US" altLang="zh-CN" sz="1400" dirty="0">
                <a:solidFill>
                  <a:srgbClr val="1F4E79"/>
                </a:solidFill>
              </a:rPr>
              <a:t> </a:t>
            </a:r>
            <a:r>
              <a:rPr lang="en-US" altLang="zh-CN" sz="1400" dirty="0" err="1">
                <a:solidFill>
                  <a:srgbClr val="1F4E79"/>
                </a:solidFill>
              </a:rPr>
              <a:t>querynameCLose</a:t>
            </a:r>
            <a:r>
              <a:rPr lang="en-US" altLang="zh-CN" sz="1400" dirty="0">
                <a:solidFill>
                  <a:srgbClr val="1F4E79"/>
                </a:solidFill>
              </a:rPr>
              <a:t>:</a:t>
            </a:r>
            <a:endParaRPr lang="zh-CN" altLang="en-US" sz="1400" dirty="0">
              <a:solidFill>
                <a:srgbClr val="1F4E79"/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1F4E79"/>
                </a:solidFill>
              </a:rPr>
              <a:t>         </a:t>
            </a:r>
            <a:r>
              <a:rPr lang="en-US" altLang="zh-CN" sz="1400" dirty="0" smtClean="0">
                <a:solidFill>
                  <a:srgbClr val="1F4E79"/>
                </a:solidFill>
              </a:rPr>
              <a:t>      </a:t>
            </a:r>
            <a:r>
              <a:rPr lang="zh-CN" altLang="en-US" sz="1400" dirty="0">
                <a:solidFill>
                  <a:srgbClr val="1F4E79"/>
                </a:solidFill>
              </a:rPr>
              <a:t>此方法执行清理操作</a:t>
            </a:r>
            <a:r>
              <a:rPr lang="en-US" altLang="zh-CN" sz="1400" dirty="0">
                <a:solidFill>
                  <a:srgbClr val="1F4E79"/>
                </a:solidFill>
              </a:rPr>
              <a:t> </a:t>
            </a:r>
            <a:r>
              <a:rPr lang="zh-CN" altLang="en-US" sz="1600" dirty="0">
                <a:solidFill>
                  <a:srgbClr val="1F4E79"/>
                </a:solidFill>
              </a:rPr>
              <a:t>　</a:t>
            </a:r>
            <a:endParaRPr lang="zh-CN" altLang="en-US" sz="1600" dirty="0">
              <a:solidFill>
                <a:srgbClr val="1F4E79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98420" y="4068183"/>
            <a:ext cx="10993580" cy="2505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1F4E79"/>
                </a:solidFill>
              </a:rPr>
              <a:t>Query</a:t>
            </a:r>
            <a:r>
              <a:rPr lang="zh-CN" altLang="en-US" sz="1400" dirty="0">
                <a:solidFill>
                  <a:srgbClr val="1F4E79"/>
                </a:solidFill>
              </a:rPr>
              <a:t>中需要注意的地方：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1400" dirty="0" smtClean="0">
                <a:solidFill>
                  <a:srgbClr val="1F4E79"/>
                </a:solidFill>
              </a:rPr>
              <a:t>     ①   Query </a:t>
            </a:r>
            <a:r>
              <a:rPr lang="en-US" altLang="zh-CN" sz="1400" dirty="0" err="1">
                <a:solidFill>
                  <a:srgbClr val="1F4E79"/>
                </a:solidFill>
              </a:rPr>
              <a:t>QueryName</a:t>
            </a:r>
            <a:r>
              <a:rPr lang="en-US" altLang="zh-CN" sz="1400" dirty="0">
                <a:solidFill>
                  <a:srgbClr val="1F4E79"/>
                </a:solidFill>
              </a:rPr>
              <a:t>() As %Query(ROWSPEC = “TOutArg1:%String,TOutArg2:%String,TOutArg3:%String,…..)</a:t>
            </a:r>
            <a:r>
              <a:rPr lang="zh-CN" altLang="en-US" sz="1400" dirty="0">
                <a:solidFill>
                  <a:srgbClr val="1F4E79"/>
                </a:solidFill>
              </a:rPr>
              <a:t>中</a:t>
            </a:r>
            <a:r>
              <a:rPr lang="en-US" altLang="zh-CN" sz="1400" dirty="0">
                <a:solidFill>
                  <a:srgbClr val="1F4E79"/>
                </a:solidFill>
              </a:rPr>
              <a:t>ROWSPEC</a:t>
            </a:r>
            <a:r>
              <a:rPr lang="zh-CN" altLang="en-US" sz="1400" dirty="0">
                <a:solidFill>
                  <a:srgbClr val="1F4E79"/>
                </a:solidFill>
              </a:rPr>
              <a:t>中的</a:t>
            </a:r>
            <a:r>
              <a:rPr lang="en-US" altLang="zh-CN" sz="1400" dirty="0">
                <a:solidFill>
                  <a:srgbClr val="1F4E79"/>
                </a:solidFill>
              </a:rPr>
              <a:t>OutArg1,OutArg2</a:t>
            </a:r>
            <a:r>
              <a:rPr lang="zh-CN" altLang="en-US" sz="1400" dirty="0">
                <a:solidFill>
                  <a:srgbClr val="1F4E79"/>
                </a:solidFill>
              </a:rPr>
              <a:t>等是返回界面的值</a:t>
            </a:r>
            <a:endParaRPr lang="zh-CN" altLang="en-US" sz="1400" dirty="0">
              <a:solidFill>
                <a:srgbClr val="1F4E79"/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sz="1400" dirty="0" smtClean="0">
                <a:solidFill>
                  <a:srgbClr val="1F4E79"/>
                </a:solidFill>
              </a:rPr>
              <a:t>     ②  </a:t>
            </a:r>
            <a:r>
              <a:rPr lang="en-US" altLang="zh-CN" sz="1400" dirty="0" err="1" smtClean="0">
                <a:solidFill>
                  <a:srgbClr val="1F4E79"/>
                </a:solidFill>
              </a:rPr>
              <a:t>OutputRow</a:t>
            </a:r>
            <a:r>
              <a:rPr lang="zh-CN" altLang="en-US" sz="1400" dirty="0">
                <a:solidFill>
                  <a:srgbClr val="1F4E79"/>
                </a:solidFill>
              </a:rPr>
              <a:t>中的 </a:t>
            </a:r>
            <a:r>
              <a:rPr lang="en-US" altLang="zh-CN" sz="1400" dirty="0">
                <a:solidFill>
                  <a:srgbClr val="1F4E79"/>
                </a:solidFill>
              </a:rPr>
              <a:t>set Data=$</a:t>
            </a:r>
            <a:r>
              <a:rPr lang="en-US" altLang="zh-CN" sz="1400" dirty="0" err="1">
                <a:solidFill>
                  <a:srgbClr val="1F4E79"/>
                </a:solidFill>
              </a:rPr>
              <a:t>lb</a:t>
            </a:r>
            <a:r>
              <a:rPr lang="en-US" altLang="zh-CN" sz="1400" dirty="0">
                <a:solidFill>
                  <a:srgbClr val="1F4E79"/>
                </a:solidFill>
              </a:rPr>
              <a:t>(OutArg1,OutArg2,OutArg3….)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rgbClr val="1F4E79"/>
                </a:solidFill>
              </a:rPr>
              <a:t>  $</a:t>
            </a:r>
            <a:r>
              <a:rPr lang="en-US" altLang="zh-CN" sz="1400" dirty="0" err="1">
                <a:solidFill>
                  <a:srgbClr val="1F4E79"/>
                </a:solidFill>
              </a:rPr>
              <a:t>lb</a:t>
            </a:r>
            <a:r>
              <a:rPr lang="zh-CN" altLang="en-US" sz="1400" dirty="0">
                <a:solidFill>
                  <a:srgbClr val="1F4E79"/>
                </a:solidFill>
              </a:rPr>
              <a:t>内的是要输出的值，这些变量的位置要和</a:t>
            </a:r>
            <a:r>
              <a:rPr lang="en-US" altLang="zh-CN" sz="1400" dirty="0">
                <a:solidFill>
                  <a:srgbClr val="1F4E79"/>
                </a:solidFill>
              </a:rPr>
              <a:t>ROWSPEC</a:t>
            </a:r>
            <a:r>
              <a:rPr lang="zh-CN" altLang="en-US" sz="1400" dirty="0">
                <a:solidFill>
                  <a:srgbClr val="1F4E79"/>
                </a:solidFill>
              </a:rPr>
              <a:t>内的变量相对应，这样</a:t>
            </a:r>
            <a:r>
              <a:rPr lang="en-US" altLang="zh-CN" sz="1400" dirty="0">
                <a:solidFill>
                  <a:srgbClr val="1F4E79"/>
                </a:solidFill>
              </a:rPr>
              <a:t>,</a:t>
            </a:r>
            <a:r>
              <a:rPr lang="zh-CN" altLang="en-US" sz="1400" dirty="0">
                <a:solidFill>
                  <a:srgbClr val="1F4E79"/>
                </a:solidFill>
              </a:rPr>
              <a:t>才能在</a:t>
            </a:r>
            <a:r>
              <a:rPr lang="en-US" altLang="zh-CN" sz="1400" dirty="0">
                <a:solidFill>
                  <a:srgbClr val="1F4E79"/>
                </a:solidFill>
              </a:rPr>
              <a:t>Table</a:t>
            </a:r>
            <a:r>
              <a:rPr lang="zh-CN" altLang="en-US" sz="1400" dirty="0">
                <a:solidFill>
                  <a:srgbClr val="1F4E79"/>
                </a:solidFill>
              </a:rPr>
              <a:t>的相应的列对应的显示内容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400" dirty="0" smtClean="0">
                <a:solidFill>
                  <a:srgbClr val="1F4E79"/>
                </a:solidFill>
              </a:rPr>
              <a:t>     ③   组件</a:t>
            </a:r>
            <a:r>
              <a:rPr lang="zh-CN" altLang="en-US" sz="1400" dirty="0">
                <a:solidFill>
                  <a:srgbClr val="1F4E79"/>
                </a:solidFill>
              </a:rPr>
              <a:t>的属性：连接</a:t>
            </a:r>
            <a:r>
              <a:rPr lang="en-US" altLang="zh-CN" sz="1400" dirty="0">
                <a:solidFill>
                  <a:srgbClr val="1F4E79"/>
                </a:solidFill>
              </a:rPr>
              <a:t>Class</a:t>
            </a:r>
            <a:r>
              <a:rPr lang="zh-CN" altLang="en-US" sz="1400" dirty="0">
                <a:solidFill>
                  <a:srgbClr val="1F4E79"/>
                </a:solidFill>
              </a:rPr>
              <a:t>和</a:t>
            </a:r>
            <a:r>
              <a:rPr lang="en-US" altLang="zh-CN" sz="1400" dirty="0">
                <a:solidFill>
                  <a:srgbClr val="1F4E79"/>
                </a:solidFill>
              </a:rPr>
              <a:t>Query</a:t>
            </a:r>
            <a:r>
              <a:rPr lang="zh-CN" altLang="en-US" sz="1400" dirty="0">
                <a:solidFill>
                  <a:srgbClr val="1F4E79"/>
                </a:solidFill>
              </a:rPr>
              <a:t>名称（在修改时要先把组件的显示类型修改成除</a:t>
            </a:r>
            <a:r>
              <a:rPr lang="en-US" altLang="zh-CN" sz="1400" dirty="0">
                <a:solidFill>
                  <a:srgbClr val="1F4E79"/>
                </a:solidFill>
              </a:rPr>
              <a:t>Custom</a:t>
            </a:r>
            <a:r>
              <a:rPr lang="zh-CN" altLang="en-US" sz="1400" dirty="0">
                <a:solidFill>
                  <a:srgbClr val="1F4E79"/>
                </a:solidFill>
              </a:rPr>
              <a:t>之外的类型才能修改）</a:t>
            </a:r>
            <a:endParaRPr lang="zh-CN" altLang="en-US" sz="1400" dirty="0">
              <a:solidFill>
                <a:srgbClr val="1F4E79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400" dirty="0" smtClean="0">
                <a:solidFill>
                  <a:srgbClr val="1F4E79"/>
                </a:solidFill>
              </a:rPr>
              <a:t>     ④   组件</a:t>
            </a:r>
            <a:r>
              <a:rPr lang="zh-CN" altLang="en-US" sz="1400" dirty="0">
                <a:solidFill>
                  <a:srgbClr val="1F4E79"/>
                </a:solidFill>
              </a:rPr>
              <a:t>的类型：修改后组件的显示类型修改成</a:t>
            </a:r>
            <a:r>
              <a:rPr lang="en-US" altLang="zh-CN" sz="1400" dirty="0">
                <a:solidFill>
                  <a:srgbClr val="1F4E79"/>
                </a:solidFill>
              </a:rPr>
              <a:t>Custom</a:t>
            </a:r>
            <a:endParaRPr lang="en-US" altLang="zh-CN" sz="1400" dirty="0">
              <a:solidFill>
                <a:srgbClr val="1F4E79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400" dirty="0" smtClean="0">
                <a:solidFill>
                  <a:srgbClr val="1F4E79"/>
                </a:solidFill>
              </a:rPr>
              <a:t>     ⑤   如果</a:t>
            </a:r>
            <a:r>
              <a:rPr lang="zh-CN" altLang="en-US" sz="1400" dirty="0">
                <a:solidFill>
                  <a:srgbClr val="1F4E79"/>
                </a:solidFill>
              </a:rPr>
              <a:t>是带参数的查询程序，则相应的参数为组件上的元素，那么在点击查找的时候会自动传入参数；</a:t>
            </a:r>
            <a:endParaRPr lang="zh-CN" altLang="en-US" sz="1400" dirty="0">
              <a:solidFill>
                <a:srgbClr val="1F4E7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作业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751101" y="1833589"/>
            <a:ext cx="9730855" cy="2640767"/>
            <a:chOff x="376972" y="4936104"/>
            <a:chExt cx="10152202" cy="2640767"/>
          </a:xfrm>
        </p:grpSpPr>
        <p:sp>
          <p:nvSpPr>
            <p:cNvPr id="9" name="矩形 57"/>
            <p:cNvSpPr>
              <a:spLocks noChangeArrowheads="1"/>
            </p:cNvSpPr>
            <p:nvPr/>
          </p:nvSpPr>
          <p:spPr bwMode="auto">
            <a:xfrm>
              <a:off x="750141" y="5514768"/>
              <a:ext cx="9779033" cy="2062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386080" indent="-386080">
                <a:buAutoNum type="arabicPeriod"/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用组件开发课程查询界面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86080" indent="-386080">
                <a:buAutoNum type="arabicPeriod"/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用组件开发学生查询界面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42900" indent="-342900">
                <a:buAutoNum type="arabicPeriod" startAt="3"/>
              </a:pP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利用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HISUI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前端库编写课程维护界面（增删改查）</a:t>
              </a: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86080" indent="-386080">
                <a:buAutoNum type="arabicPeriod"/>
              </a:pP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组件导出：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##class(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web.Util.UtilService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).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PutComponent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(“path")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86080" indent="-386080">
                <a:buAutoNum type="arabicPeriod"/>
              </a:pP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组件导入：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##class(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web.Util.UtilService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).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GetExportComponents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(“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name”,“d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:\”)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86080" indent="-386080">
                <a:buAutoNum type="arabicPeriod"/>
              </a:pP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 marL="386080" indent="-386080">
                <a:buAutoNum type="arabicPeriod"/>
              </a:pP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750141" y="5345491"/>
              <a:ext cx="3561148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376972" y="4936104"/>
              <a:ext cx="4204393" cy="461665"/>
              <a:chOff x="376972" y="4936104"/>
              <a:chExt cx="4204393" cy="461665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411705" y="4936104"/>
                <a:ext cx="41696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作业 </a:t>
                </a:r>
                <a:r>
                  <a:rPr lang="en-US" altLang="zh-CN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5 </a:t>
                </a:r>
                <a:endPara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972" y="5007841"/>
                <a:ext cx="373169" cy="37125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5214670" y="1132948"/>
            <a:ext cx="1800200" cy="1800200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2218252" y="2970214"/>
            <a:ext cx="7793037" cy="1459866"/>
          </a:xfrm>
        </p:spPr>
        <p:txBody>
          <a:bodyPr rtlCol="0">
            <a:noAutofit/>
          </a:bodyPr>
          <a:lstStyle/>
          <a:p>
            <a:pPr defTabSz="815975"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6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Thanks For Watching!</a:t>
            </a:r>
            <a:endParaRPr lang="zh-CN" altLang="en-US" sz="3200" kern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27843" y="5365773"/>
            <a:ext cx="2011680" cy="1076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Contect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with me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defRPr/>
            </a:pP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E-mail</a:t>
            </a: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Date  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2019-07-22</a:t>
            </a:r>
            <a:endParaRPr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NmQ1ZjIxMDI3ZTJlNWI5NDAwMGRiNTllM2YwODlkMm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68580" tIns="34290" rIns="68580" bIns="34290" rtlCol="0">
        <a:noAutofit/>
      </a:bodyPr>
      <a:lstStyle>
        <a:defPPr>
          <a:lnSpc>
            <a:spcPct val="130000"/>
          </a:lnSpc>
          <a:spcBef>
            <a:spcPts val="0"/>
          </a:spcBef>
          <a:buFont typeface="Wingdings" panose="05000000000000000000" pitchFamily="2" charset="2"/>
          <a:buChar char="u"/>
          <a:defRPr lang="en-US" altLang="zh-CN" sz="1800" dirty="0">
            <a:solidFill>
              <a:schemeClr val="accent1">
                <a:lumMod val="50000"/>
              </a:schemeClr>
            </a:solidFill>
            <a:latin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16566</Words>
  <Application>WPS 演示</Application>
  <PresentationFormat>宽屏</PresentationFormat>
  <Paragraphs>1059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6" baseType="lpstr">
      <vt:lpstr>Arial</vt:lpstr>
      <vt:lpstr>宋体</vt:lpstr>
      <vt:lpstr>Wingdings</vt:lpstr>
      <vt:lpstr>微软雅黑</vt:lpstr>
      <vt:lpstr>微软雅黑 Light</vt:lpstr>
      <vt:lpstr>Calibri</vt:lpstr>
      <vt:lpstr>Arial Unicode MS</vt:lpstr>
      <vt:lpstr>华文细黑</vt:lpstr>
      <vt:lpstr>Arial Black</vt:lpstr>
      <vt:lpstr>黑体</vt:lpstr>
      <vt:lpstr>Office 主题</vt:lpstr>
      <vt:lpstr>新员工入职培训   Caché数据库开发技术培训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HISUI组件-面板</vt:lpstr>
      <vt:lpstr>HISUI组件-面板</vt:lpstr>
      <vt:lpstr>HISUI组件-页签</vt:lpstr>
      <vt:lpstr>HISUI组件-页签</vt:lpstr>
      <vt:lpstr>HISUI组件-手风琴</vt:lpstr>
      <vt:lpstr>HISUI组件-手风琴</vt:lpstr>
      <vt:lpstr>HISUI组件-五方布局</vt:lpstr>
      <vt:lpstr>HISUI组件-五方布局</vt:lpstr>
      <vt:lpstr>HISUI组件-按钮</vt:lpstr>
      <vt:lpstr>HISUI组件-按钮</vt:lpstr>
      <vt:lpstr>HISUI组件-验证框</vt:lpstr>
      <vt:lpstr>HISUI组件-验证框</vt:lpstr>
      <vt:lpstr>HISUI组件-验证框</vt:lpstr>
      <vt:lpstr>HISUI组件-下拉框</vt:lpstr>
      <vt:lpstr>HISUI组件-下拉框</vt:lpstr>
      <vt:lpstr>HISUI组件-复选框</vt:lpstr>
      <vt:lpstr>HISUI组件-复选框</vt:lpstr>
      <vt:lpstr>HISUI组件-单选框</vt:lpstr>
      <vt:lpstr>HISUI组件-表格</vt:lpstr>
      <vt:lpstr>HISUI组件-表格</vt:lpstr>
      <vt:lpstr>HISUI组件-表格</vt:lpstr>
      <vt:lpstr>HISUI组件-表格</vt:lpstr>
      <vt:lpstr>HISUI组件-表格</vt:lpstr>
      <vt:lpstr>HISUI组件-窗口</vt:lpstr>
      <vt:lpstr>HISUI组件-窗口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For Watching!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曹倩</dc:creator>
  <cp:lastModifiedBy>tiger</cp:lastModifiedBy>
  <cp:revision>759</cp:revision>
  <dcterms:created xsi:type="dcterms:W3CDTF">2017-01-15T02:29:00Z</dcterms:created>
  <dcterms:modified xsi:type="dcterms:W3CDTF">2023-09-15T01:07:00Z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983BEF794755459E9174AB0A21B9FDF2_12</vt:lpwstr>
  </property>
</Properties>
</file>